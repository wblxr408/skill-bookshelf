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templateMaster.xml" ContentType="application/vnd.openxmlformats-officedocument.presentationml.slideMaster+xml"/>
  <Override PartName="/ppt/theme/templateTheme.xml" ContentType="application/vnd.openxmlformats-officedocument.theme+xml"/>
  <Override PartName="/ppt/slideLayouts/templateLayout1.xml" ContentType="application/vnd.openxmlformats-officedocument.presentationml.slideLayout+xml"/>
  <Override PartName="/ppt/slideLayouts/templateLayout2.xml" ContentType="application/vnd.openxmlformats-officedocument.presentationml.slideLayout+xml"/>
  <Override PartName="/ppt/slideLayouts/templateLayout3.xml" ContentType="application/vnd.openxmlformats-officedocument.presentationml.slideLayout+xml"/>
  <Override PartName="/ppt/slideLayouts/templateLayout4.xml" ContentType="application/vnd.openxmlformats-officedocument.presentationml.slideLayout+xml"/>
  <Override PartName="/ppt/slideLayouts/templateLayout5.xml" ContentType="application/vnd.openxmlformats-officedocument.presentationml.slideLayout+xml"/>
  <Override PartName="/ppt/slideLayouts/templateLayout6.xml" ContentType="application/vnd.openxmlformats-officedocument.presentationml.slideLayout+xml"/>
  <Override PartName="/ppt/media/image-optimized.jpg" ContentType="image/jpeg"/>
  <Override PartName="/ppt/media/image2-optimized.jpg" ContentType="image/jpeg"/>
  <Override PartName="/ppt/media/image3-optimized.jpg" ContentType="image/jpeg"/>
  <Override PartName="/ppt/media/image4-optimized.jpg" ContentType="image/jpeg"/>
  <Override PartName="/ppt/media/image5-optimized.jpg" ContentType="image/jpeg"/>
  <Override PartName="/ppt/media/image6-optimized.jpg" ContentType="image/jpeg"/>
  <Override PartName="/ppt/media/image7-optimized.jpg" ContentType="image/jpeg"/>
  <Override PartName="/ppt/media/image8-optimized.jpg" ContentType="image/jpeg"/>
  <Override PartName="/ppt/media/image9-optimized.jpg" ContentType="image/jpeg"/>
  <Override PartName="/ppt/media/image10-optimized.jpg" ContentType="image/jpeg"/>
  <Override PartName="/ppt/media/image11-optimized.jpg" ContentType="image/jpeg"/>
  <Override PartName="/ppt/media/image12-optimized.jpg" ContentType="image/jpe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edf2e0bd8640c3" /><Relationship Type="http://schemas.openxmlformats.org/officeDocument/2006/relationships/extended-properties" Target="/docProps/app.xml" Id="R891f847c55974ec8" /><Relationship Type="http://schemas.openxmlformats.org/officeDocument/2006/relationships/officeDocument" Target="/ppt/presentation.xml" Id="R38069b1e854540b8" /></Relationships>
</file>

<file path=ppt/presentation.xml><?xml version="1.0" encoding="utf-8"?>
<p:presentation xmlns:p="http://schemas.openxmlformats.org/presentationml/2006/main">
  <p:sldMasterIdLst>
    <p:sldMasterId xmlns:ns1="http://schemas.openxmlformats.org/officeDocument/2006/relationships" id="2147483648" ns1:id="rTemplateMaster"/>
  </p:sldMasterIdLst>
  <p:notesMasterIdLst>
    <p:notesMasterId xmlns:r="http://schemas.openxmlformats.org/officeDocument/2006/relationships" r:id="Rdc2291720f924463"/>
  </p:notesMasterIdLst>
  <p:sldIdLst>
    <p:sldId xmlns:r="http://schemas.openxmlformats.org/officeDocument/2006/relationships" id="256" r:id="R142a4605631c4664"/>
    <p:sldId xmlns:r="http://schemas.openxmlformats.org/officeDocument/2006/relationships" id="257" r:id="Ra407f355c1ec4ebd"/>
    <p:sldId xmlns:r="http://schemas.openxmlformats.org/officeDocument/2006/relationships" id="258" r:id="R3ecfc506912c4980"/>
    <p:sldId xmlns:r="http://schemas.openxmlformats.org/officeDocument/2006/relationships" id="259" r:id="R4257d77614a042ff"/>
    <p:sldId xmlns:r="http://schemas.openxmlformats.org/officeDocument/2006/relationships" id="260" r:id="R2fa474c1692e4388"/>
    <p:sldId xmlns:r="http://schemas.openxmlformats.org/officeDocument/2006/relationships" id="261" r:id="Rf80a8261fc984b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9BB16DD2-5958-523E-8EE6-BF76BD4F96B2}">
  <a:tblStyle styleId="{9BB16DD2-5958-523E-8EE6-BF76BD4F96B2}" styleName="Photography — Georgia Ivory">
    <a:wholeTbl>
      <a:tcTxStyle b="off" i="on">
        <a:fontRef idx="minor">
          <a:srgbClr val="111827"/>
        </a:fontRef>
        <a:srgbClr val="111827"/>
      </a:tcTxStyle>
      <a:tcStyle>
        <a:tcBdr>
          <a:left>
            <a:ln w="0">
              <a:noFill/>
            </a:ln>
          </a:left>
          <a:right>
            <a:ln w="0">
              <a:noFill/>
            </a:ln>
          </a:right>
          <a:top>
            <a:ln w="0">
              <a:noFill/>
            </a:ln>
          </a:top>
          <a:bottom>
            <a:ln w="0">
              <a:noFill/>
            </a:ln>
          </a:bottom>
          <a:insideH>
            <a:ln w="0">
              <a:noFill/>
            </a:ln>
          </a:insideH>
          <a:insideV>
            <a:ln w="0">
              <a:noFill/>
            </a:ln>
          </a:insideV>
        </a:tcBdr>
        <a:fill>
          <a:solidFill>
            <a:srgbClr val="F8F3F2"/>
          </a:solidFill>
        </a:fill>
      </a:tcStyle>
    </a:wholeTbl>
    <a:firstCol>
      <a:tcTxStyle b="off" i="on">
        <a:fontRef idx="minor">
          <a:srgbClr val="111827"/>
        </a:fontRef>
        <a:srgbClr val="111827"/>
      </a:tcTxStyle>
      <a:tcStyle>
        <a:tcBdr>
          <a:left>
            <a:ln w="0">
              <a:noFill/>
            </a:ln>
          </a:left>
          <a:right>
            <a:ln w="0">
              <a:noFill/>
            </a:ln>
          </a:right>
          <a:top>
            <a:ln w="0">
              <a:noFill/>
            </a:ln>
          </a:top>
          <a:bottom>
            <a:ln w="0">
              <a:noFill/>
            </a:ln>
          </a:bottom>
          <a:insideH>
            <a:ln w="0">
              <a:noFill/>
            </a:ln>
          </a:insideH>
          <a:insideV>
            <a:ln w="0">
              <a:noFill/>
            </a:ln>
          </a:insideV>
        </a:tcBdr>
        <a:fill>
          <a:solidFill>
            <a:srgbClr val="F8F3F2"/>
          </a:solidFill>
        </a:fill>
      </a:tcStyle>
    </a:firstCol>
    <a:firstRow>
      <a:tcTxStyle b="off" i="on">
        <a:fontRef idx="minor">
          <a:srgbClr val="111827"/>
        </a:fontRef>
        <a:srgbClr val="111827"/>
      </a:tcTxStyle>
      <a:tcStyle>
        <a:tcBdr>
          <a:left>
            <a:ln w="0">
              <a:noFill/>
            </a:ln>
          </a:left>
          <a:right>
            <a:ln w="0">
              <a:noFill/>
            </a:ln>
          </a:right>
          <a:top>
            <a:ln w="0">
              <a:noFill/>
            </a:ln>
          </a:top>
          <a:bottom>
            <a:ln w="0">
              <a:noFill/>
            </a:ln>
          </a:bottom>
          <a:insideH>
            <a:ln w="0">
              <a:noFill/>
            </a:ln>
          </a:insideH>
          <a:insideV>
            <a:ln w="0">
              <a:noFill/>
            </a:ln>
          </a:insideV>
        </a:tcBdr>
        <a:fill>
          <a:solidFill>
            <a:srgbClr val="F8F3F2"/>
          </a:solidFill>
        </a:fill>
      </a:tcStyle>
    </a:firstRow>
    <a:neCell>
      <a:tcTxStyle b="off" i="on">
        <a:fontRef idx="minor">
          <a:srgbClr val="111827"/>
        </a:fontRef>
        <a:srgbClr val="111827"/>
      </a:tcTxStyle>
      <a:tcStyle>
        <a:tcBdr>
          <a:left>
            <a:ln w="0">
              <a:noFill/>
            </a:ln>
          </a:left>
          <a:right>
            <a:ln w="0">
              <a:noFill/>
            </a:ln>
          </a:right>
          <a:top>
            <a:ln w="0">
              <a:noFill/>
            </a:ln>
          </a:top>
          <a:bottom>
            <a:ln w="0">
              <a:noFill/>
            </a:ln>
          </a:bottom>
          <a:insideH>
            <a:ln w="0">
              <a:noFill/>
            </a:ln>
          </a:insideH>
          <a:insideV>
            <a:ln w="0">
              <a:noFill/>
            </a:ln>
          </a:insideV>
        </a:tcBdr>
        <a:fill>
          <a:solidFill>
            <a:srgbClr val="F8F3F2"/>
          </a:solidFill>
        </a:fill>
      </a:tcStyle>
    </a:neCell>
    <a:nwCell>
      <a:tcTxStyle b="off" i="on">
        <a:fontRef idx="minor">
          <a:srgbClr val="111827"/>
        </a:fontRef>
        <a:srgbClr val="111827"/>
      </a:tcTxStyle>
      <a:tcStyle>
        <a:tcBdr>
          <a:left>
            <a:ln w="0">
              <a:noFill/>
            </a:ln>
          </a:left>
          <a:right>
            <a:ln w="0">
              <a:noFill/>
            </a:ln>
          </a:right>
          <a:top>
            <a:ln w="0">
              <a:noFill/>
            </a:ln>
          </a:top>
          <a:bottom>
            <a:ln w="0">
              <a:noFill/>
            </a:ln>
          </a:bottom>
          <a:insideH>
            <a:ln w="0">
              <a:noFill/>
            </a:ln>
          </a:insideH>
          <a:insideV>
            <a:ln w="0">
              <a:noFill/>
            </a:ln>
          </a:insideV>
        </a:tcBdr>
        <a:fill>
          <a:solidFill>
            <a:srgbClr val="F8F3F2"/>
          </a:solidFill>
        </a:fill>
      </a:tcStyle>
    </a:nwCell>
  </a:tblStyle>
</a:tblStyleLst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c123c91b970d4405"/><Relationship Type="http://schemas.openxmlformats.org/officeDocument/2006/relationships/notesMaster" Target="/ppt/notesMasters/notesMaster1.xml" Id="Rdc2291720f924463"/><Relationship Type="http://schemas.openxmlformats.org/officeDocument/2006/relationships/presProps" Target="/ppt/presProps.xml" Id="R504eeacc63fa4462"/><Relationship Type="http://schemas.openxmlformats.org/officeDocument/2006/relationships/tableStyles" Target="/ppt/tableStyles.xml" Id="R4ee0f2ee433d44eb"/><Relationship Type="http://schemas.openxmlformats.org/officeDocument/2006/relationships/slide" Target="/ppt/slides/slide1.xml" Id="R142a4605631c4664"/><Relationship Type="http://schemas.openxmlformats.org/officeDocument/2006/relationships/slide" Target="/ppt/slides/slide2.xml" Id="Ra407f355c1ec4ebd"/><Relationship Type="http://schemas.openxmlformats.org/officeDocument/2006/relationships/slide" Target="/ppt/slides/slide3.xml" Id="R3ecfc506912c4980"/><Relationship Type="http://schemas.openxmlformats.org/officeDocument/2006/relationships/slide" Target="/ppt/slides/slide4.xml" Id="R4257d77614a042ff"/><Relationship Type="http://schemas.openxmlformats.org/officeDocument/2006/relationships/slide" Target="/ppt/slides/slide5.xml" Id="R2fa474c1692e4388"/><Relationship Type="http://schemas.openxmlformats.org/officeDocument/2006/relationships/slide" Target="/ppt/slides/slide6.xml" Id="Rf80a8261fc984b1f"/><Relationship Id="rTemplateMaster" Type="http://schemas.openxmlformats.org/officeDocument/2006/relationships/slideMaster" Target="slideMasters/templateMaster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cebcc611a24f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051c80cddb453c" /><Relationship Type="http://schemas.openxmlformats.org/officeDocument/2006/relationships/notesMaster" Target="/ppt/notesMasters/notesMaster1.xml" Id="Rdd06db50d49546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ffa5990aa243d6" /><Relationship Type="http://schemas.openxmlformats.org/officeDocument/2006/relationships/notesMaster" Target="/ppt/notesMasters/notesMaster1.xml" Id="R1f62d70795a748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9f130d64684b3f" /><Relationship Type="http://schemas.openxmlformats.org/officeDocument/2006/relationships/notesMaster" Target="/ppt/notesMasters/notesMaster1.xml" Id="R15e5347abd5347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c45d77f079453c" /><Relationship Type="http://schemas.openxmlformats.org/officeDocument/2006/relationships/notesMaster" Target="/ppt/notesMasters/notesMaster1.xml" Id="R0d116fdb67de45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f6fe39ed764d2f" /><Relationship Type="http://schemas.openxmlformats.org/officeDocument/2006/relationships/notesMaster" Target="/ppt/notesMasters/notesMaster1.xml" Id="R8389707dc3d646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ca08b62a304bab" /><Relationship Type="http://schemas.openxmlformats.org/officeDocument/2006/relationships/notesMaster" Target="/ppt/notesMasters/notesMaster1.xml" Id="R439678f55b314c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templateLayout1.xml.rels><?xml version='1.0' encoding='utf-8'?>
<Relationships xmlns="http://schemas.openxmlformats.org/package/2006/relationships"><Relationship Type="http://schemas.openxmlformats.org/officeDocument/2006/relationships/image" Target="../media/image-optimized.jpg" Id="Re4b79ad1b8744d0d" /><Relationship Type="http://schemas.openxmlformats.org/officeDocument/2006/relationships/image" Target="../media/image2-optimized.jpg" Id="Rb6531f2fb5ad4bbe" /><Relationship Type="http://schemas.openxmlformats.org/officeDocument/2006/relationships/image" Target="../media/image3-optimized.jpg" Id="R3e0722da76d14c5c" /><Relationship Type="http://schemas.openxmlformats.org/officeDocument/2006/relationships/image" Target="../media/image4-optimized.jpg" Id="Rd64082a0d1424683" /><Relationship Type="http://schemas.openxmlformats.org/officeDocument/2006/relationships/image" Target="../media/image5-optimized.jpg" Id="R86126687861a4da4" /><Relationship Id="rTemplateMaster" Type="http://schemas.openxmlformats.org/officeDocument/2006/relationships/slideMaster" Target="../slideMasters/templateMaster.xml" /></Relationships>
</file>

<file path=ppt/slideLayouts/_rels/templateLayout2.xml.rels><?xml version='1.0' encoding='utf-8'?>
<Relationships xmlns="http://schemas.openxmlformats.org/package/2006/relationships"><Relationship Type="http://schemas.openxmlformats.org/officeDocument/2006/relationships/image" Target="../media/image6-optimized.jpg" Id="Rcf10f6f715b04cdd" /><Relationship Type="http://schemas.openxmlformats.org/officeDocument/2006/relationships/image" Target="../media/image7-optimized.jpg" Id="Raa4091dbb8f24f58" /><Relationship Type="http://schemas.openxmlformats.org/officeDocument/2006/relationships/image" Target="../media/image8-optimized.jpg" Id="Rbe87abf62e0b4de1" /><Relationship Id="rTemplateMaster" Type="http://schemas.openxmlformats.org/officeDocument/2006/relationships/slideMaster" Target="../slideMasters/templateMaster.xml" /></Relationships>
</file>

<file path=ppt/slideLayouts/_rels/templateLayout3.xml.rels><?xml version='1.0' encoding='utf-8'?>
<Relationships xmlns="http://schemas.openxmlformats.org/package/2006/relationships"><Relationship Type="http://schemas.openxmlformats.org/officeDocument/2006/relationships/image" Target="../media/image9-optimized.jpg" Id="R2f00972b08e146b1" /><Relationship Id="rTemplateMaster" Type="http://schemas.openxmlformats.org/officeDocument/2006/relationships/slideMaster" Target="../slideMasters/templateMaster.xml" /></Relationships>
</file>

<file path=ppt/slideLayouts/_rels/templateLayout4.xml.rels><?xml version='1.0' encoding='utf-8'?>
<Relationships xmlns="http://schemas.openxmlformats.org/package/2006/relationships"><Relationship Type="http://schemas.openxmlformats.org/officeDocument/2006/relationships/image" Target="../media/image10-optimized.jpg" Id="R5990b70feec64543" /><Relationship Id="rTemplateMaster" Type="http://schemas.openxmlformats.org/officeDocument/2006/relationships/slideMaster" Target="../slideMasters/templateMaster.xml" /></Relationships>
</file>

<file path=ppt/slideLayouts/_rels/templateLayout5.xml.rels><?xml version='1.0' encoding='utf-8'?>
<Relationships xmlns="http://schemas.openxmlformats.org/package/2006/relationships"><Relationship Type="http://schemas.openxmlformats.org/officeDocument/2006/relationships/image" Target="../media/image11-optimized.jpg" Id="R162e016905cd434f" /><Relationship Id="rTemplateMaster" Type="http://schemas.openxmlformats.org/officeDocument/2006/relationships/slideMaster" Target="../slideMasters/templateMaster.xml" /></Relationships>
</file>

<file path=ppt/slideLayouts/_rels/templateLayout6.xml.rels><?xml version='1.0' encoding='utf-8'?>
<Relationships xmlns="http://schemas.openxmlformats.org/package/2006/relationships"><Relationship Type="http://schemas.openxmlformats.org/officeDocument/2006/relationships/image" Target="../media/image12-optimized.jpg" Id="R7966ac43e13140e6" /><Relationship Id="rTemplateMaster" Type="http://schemas.openxmlformats.org/officeDocument/2006/relationships/slideMaster" Target="../slideMasters/templateMaster.xml" /></Relationships>
</file>

<file path=ppt/slideLayouts/templat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Portfoli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uma Studio">
            <a:extLst>
              <a:ext uri="{FF2B5EF4-FFF2-40B4-BE49-F238E27FC236}">
                <a16:creationId xmlns:a16="http://schemas.microsoft.com/office/drawing/2014/main" id="{7EA771F4-3627-4447-9681-D3E876BFFD2B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052729" y="473437"/>
            <a:ext cx="413258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54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540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00000"/>
              </a:lnSpc>
            </a:pPr>
            <a:r>
              <a:rPr sz="5400" i="1">
                <a:latin typeface="Georgia"/>
                <a:ea typeface="Georgia"/>
                <a:cs typeface="Georgia"/>
              </a:rPr>
              <a:t>Click to add title</a:t>
            </a:r>
          </a:p>
        </p:txBody>
      </p:sp>
      <p:sp>
        <p:nvSpPr>
          <p:cNvPr id="3" name="Selected works">
            <a:extLst>
              <a:ext uri="{FF2B5EF4-FFF2-40B4-BE49-F238E27FC236}">
                <a16:creationId xmlns:a16="http://schemas.microsoft.com/office/drawing/2014/main" id="{02BBB92F-4D39-4EB9-BC7A-BD1BF37C6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6086" y="1397371"/>
            <a:ext cx="1195705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12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ctr">
              <a:lnSpc>
                <a:spcPct val="100000"/>
              </a:lnSpc>
              <a:defRPr sz="120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200" i="1">
                <a:latin typeface="Georgia"/>
                <a:ea typeface="Georgia"/>
                <a:cs typeface="Georgia"/>
              </a:rPr>
              <a:t>Click to add text</a:t>
            </a:r>
          </a:p>
        </p:txBody>
      </p:sp>
      <p:sp>
        <p:nvSpPr>
          <p:cNvPr id="4" name="Picture 3"/>
          <p:cNvSpPr>
            <a:spLocks noGrp="1"/>
          </p:cNvSpPr>
          <p:nvPr>
            <p:ph type="pic" idx="2"/>
          </p:nvPr>
        </p:nvSpPr>
        <p:spPr>
          <a:xfrm>
            <a:off x="1205466" y="2811788"/>
            <a:ext cx="1088411" cy="19958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Picture 4"/>
          <p:cNvSpPr>
            <a:spLocks noGrp="1"/>
          </p:cNvSpPr>
          <p:nvPr>
            <p:ph type="pic" idx="3"/>
          </p:nvPr>
        </p:nvSpPr>
        <p:spPr>
          <a:xfrm>
            <a:off x="2389127" y="2451106"/>
            <a:ext cx="2121656" cy="27171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icture 5"/>
          <p:cNvSpPr>
            <a:spLocks noGrp="1"/>
          </p:cNvSpPr>
          <p:nvPr>
            <p:ph type="pic" idx="4"/>
          </p:nvPr>
        </p:nvSpPr>
        <p:spPr>
          <a:xfrm>
            <a:off x="7683707" y="2428799"/>
            <a:ext cx="2156492" cy="27617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Picture 6"/>
          <p:cNvSpPr>
            <a:spLocks noGrp="1"/>
          </p:cNvSpPr>
          <p:nvPr>
            <p:ph type="pic" idx="5"/>
          </p:nvPr>
        </p:nvSpPr>
        <p:spPr>
          <a:xfrm>
            <a:off x="9935449" y="2810247"/>
            <a:ext cx="1087633" cy="19988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icture 7"/>
          <p:cNvSpPr>
            <a:spLocks noGrp="1"/>
          </p:cNvSpPr>
          <p:nvPr>
            <p:ph type="pic" idx="6"/>
          </p:nvPr>
        </p:nvSpPr>
        <p:spPr>
          <a:xfrm>
            <a:off x="4601511" y="2066650"/>
            <a:ext cx="2984893" cy="34644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Soft focus / Editorial, 2026">
            <a:extLst>
              <a:ext uri="{FF2B5EF4-FFF2-40B4-BE49-F238E27FC236}">
                <a16:creationId xmlns:a16="http://schemas.microsoft.com/office/drawing/2014/main" id="{21C469C5-4935-46F1-A6EA-79C3960287C2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5336223" y="5623243"/>
            <a:ext cx="156559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9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ctr">
              <a:lnSpc>
                <a:spcPct val="100000"/>
              </a:lnSpc>
              <a:defRPr sz="90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900" i="1">
                <a:latin typeface="Georgia"/>
                <a:ea typeface="Georgia"/>
                <a:cs typeface="Georgia"/>
              </a:rPr>
              <a:t>Click to add text</a:t>
            </a:r>
          </a:p>
        </p:txBody>
      </p:sp>
    </p:spTree>
  </p:cSld>
  <p:clrMapOvr>
    <a:masterClrMapping/>
  </p:clrMapOvr>
</p:sldLayout>
</file>

<file path=ppt/slideLayouts/templat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Section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">
            <a:extLst>
              <a:ext uri="{FF2B5EF4-FFF2-40B4-BE49-F238E27FC236}">
                <a16:creationId xmlns:a16="http://schemas.microsoft.com/office/drawing/2014/main" id="{553089F2-A769-4C8C-B656-8A52FF57AB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9875" y="1581150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12000"/>
              </a:lnSpc>
              <a:buNone/>
              <a:defRPr sz="195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12000"/>
              </a:lnSpc>
              <a:buNone/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9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Color portraits">
            <a:extLst>
              <a:ext uri="{FF2B5EF4-FFF2-40B4-BE49-F238E27FC236}">
                <a16:creationId xmlns:a16="http://schemas.microsoft.com/office/drawing/2014/main" id="{7C752831-5FDD-40DF-A392-433937E36617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7181850" y="1495425"/>
            <a:ext cx="4667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12000"/>
              </a:lnSpc>
              <a:buNone/>
              <a:defRPr sz="285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12000"/>
              </a:lnSpc>
              <a:buNone/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8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Click to add title</a:t>
            </a:r>
          </a:p>
        </p:txBody>
      </p:sp>
      <p:sp>
        <p:nvSpPr>
          <p:cNvPr id="4" name="02">
            <a:extLst>
              <a:ext uri="{FF2B5EF4-FFF2-40B4-BE49-F238E27FC236}">
                <a16:creationId xmlns:a16="http://schemas.microsoft.com/office/drawing/2014/main" id="{9386FCBF-FA07-4F87-AF3C-E907A5AE3FD5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6619875" y="269557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12000"/>
              </a:lnSpc>
              <a:buNone/>
              <a:defRPr sz="195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12000"/>
              </a:lnSpc>
              <a:buNone/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9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5" name="Detail studies">
            <a:extLst>
              <a:ext uri="{FF2B5EF4-FFF2-40B4-BE49-F238E27FC236}">
                <a16:creationId xmlns:a16="http://schemas.microsoft.com/office/drawing/2014/main" id="{C501B8E4-040C-476B-BE41-65E14EBF48B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7186086" y="2609850"/>
            <a:ext cx="4667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12000"/>
              </a:lnSpc>
              <a:buNone/>
              <a:defRPr sz="285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12000"/>
              </a:lnSpc>
              <a:buNone/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8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Click to add text</a:t>
            </a:r>
          </a:p>
        </p:txBody>
      </p:sp>
      <p:sp>
        <p:nvSpPr>
          <p:cNvPr id="6" name="03">
            <a:extLst>
              <a:ext uri="{FF2B5EF4-FFF2-40B4-BE49-F238E27FC236}">
                <a16:creationId xmlns:a16="http://schemas.microsoft.com/office/drawing/2014/main" id="{7DB97509-F199-4268-8783-0D87B6E2A0A6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619875" y="3805674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12000"/>
              </a:lnSpc>
              <a:buNone/>
              <a:defRPr sz="195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12000"/>
              </a:lnSpc>
              <a:buNone/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9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7" name="Black and white">
            <a:extLst>
              <a:ext uri="{FF2B5EF4-FFF2-40B4-BE49-F238E27FC236}">
                <a16:creationId xmlns:a16="http://schemas.microsoft.com/office/drawing/2014/main" id="{D5CB2B5A-A3BE-47CF-BF28-C43C0824CCA9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7186131" y="3719949"/>
            <a:ext cx="4667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12000"/>
              </a:lnSpc>
              <a:buNone/>
              <a:defRPr sz="285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12000"/>
              </a:lnSpc>
              <a:buNone/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8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Click to add text</a:t>
            </a:r>
          </a:p>
        </p:txBody>
      </p:sp>
      <p:sp>
        <p:nvSpPr>
          <p:cNvPr id="8" name="04">
            <a:extLst>
              <a:ext uri="{FF2B5EF4-FFF2-40B4-BE49-F238E27FC236}">
                <a16:creationId xmlns:a16="http://schemas.microsoft.com/office/drawing/2014/main" id="{CF6AEBEF-65B2-41A8-A8E4-DAA14B97740B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619875" y="492442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12000"/>
              </a:lnSpc>
              <a:buNone/>
              <a:defRPr sz="195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12000"/>
              </a:lnSpc>
              <a:buNone/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9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9" name="Photoshoot schedule">
            <a:extLst>
              <a:ext uri="{FF2B5EF4-FFF2-40B4-BE49-F238E27FC236}">
                <a16:creationId xmlns:a16="http://schemas.microsoft.com/office/drawing/2014/main" id="{C104AB9C-338F-4145-8C97-1CDAC98F1BB7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7181850" y="4838700"/>
            <a:ext cx="4667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12000"/>
              </a:lnSpc>
              <a:buNone/>
              <a:defRPr sz="285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12000"/>
              </a:lnSpc>
              <a:buNone/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8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Click to add text</a:t>
            </a:r>
          </a:p>
        </p:txBody>
      </p:sp>
      <p:sp>
        <p:nvSpPr>
          <p:cNvPr id="10" name="Picture 9"/>
          <p:cNvSpPr>
            <a:spLocks noGrp="1"/>
          </p:cNvSpPr>
          <p:nvPr>
            <p:ph type="pic" idx="8"/>
          </p:nvPr>
        </p:nvSpPr>
        <p:spPr>
          <a:xfrm>
            <a:off x="1384305" y="489370"/>
            <a:ext cx="1803288" cy="3316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icture 10"/>
          <p:cNvSpPr>
            <a:spLocks noGrp="1"/>
          </p:cNvSpPr>
          <p:nvPr>
            <p:ph type="pic" idx="9"/>
          </p:nvPr>
        </p:nvSpPr>
        <p:spPr>
          <a:xfrm>
            <a:off x="1388632" y="4063581"/>
            <a:ext cx="1798961" cy="224789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icture 11"/>
          <p:cNvSpPr>
            <a:spLocks noGrp="1"/>
          </p:cNvSpPr>
          <p:nvPr>
            <p:ph type="pic" idx="10"/>
          </p:nvPr>
        </p:nvSpPr>
        <p:spPr>
          <a:xfrm>
            <a:off x="3427474" y="1198157"/>
            <a:ext cx="2423632" cy="44616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templat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Portrait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2"/>
          <p:cNvSpPr>
            <a:spLocks noGrp="1"/>
          </p:cNvSpPr>
          <p:nvPr>
            <p:ph type="pic" idx="1"/>
          </p:nvPr>
        </p:nvSpPr>
        <p:spPr>
          <a:xfrm>
            <a:off x="7334250" y="609600"/>
            <a:ext cx="428625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lor portraits">
            <a:extLst>
              <a:ext uri="{FF2B5EF4-FFF2-40B4-BE49-F238E27FC236}">
                <a16:creationId xmlns:a16="http://schemas.microsoft.com/office/drawing/2014/main" id="{AB78E0BF-C306-4D7B-B953-509D80CBBB5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1428" y="2319728"/>
            <a:ext cx="5865907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60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12000"/>
              </a:lnSpc>
              <a:buNone/>
              <a:defRPr sz="600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12000"/>
              </a:lnSpc>
              <a:buNone/>
              <a:defRPr sz="66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600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Click to add title</a:t>
            </a:r>
          </a:p>
        </p:txBody>
      </p:sp>
      <p:sp>
        <p:nvSpPr>
          <p:cNvPr id="4" name="Vibrant expressions of personality, presence, an…">
            <a:extLst>
              <a:ext uri="{FF2B5EF4-FFF2-40B4-BE49-F238E27FC236}">
                <a16:creationId xmlns:a16="http://schemas.microsoft.com/office/drawing/2014/main" id="{A7E2463F-221F-4045-B7A3-395DB1FF772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1406" y="3617373"/>
            <a:ext cx="5865929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1950" i="0" b="0" u="none" baseline="0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sp>
        <p:nvSpPr>
          <p:cNvPr id="5" name="In Golden Light , 2027">
            <a:extLst>
              <a:ext uri="{FF2B5EF4-FFF2-40B4-BE49-F238E27FC236}">
                <a16:creationId xmlns:a16="http://schemas.microsoft.com/office/drawing/2014/main" id="{1906F872-2997-4518-AA94-21469E09FDB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7334250" y="6238875"/>
            <a:ext cx="4286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0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ctr">
              <a:lnSpc>
                <a:spcPct val="112000"/>
              </a:lnSpc>
              <a:buNone/>
              <a:defRPr sz="1050" i="1" b="0" u="none" baseline="0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 algn="ctr">
              <a:lnSpc>
                <a:spcPct val="112000"/>
              </a:lnSpc>
              <a:buNone/>
              <a:defRPr sz="10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b="0" i="1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  <a:r>
              <a:rPr sz="10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/>
            </a:r>
          </a:p>
        </p:txBody>
      </p:sp>
    </p:spTree>
  </p:cSld>
  <p:clrMapOvr>
    <a:masterClrMapping/>
  </p:clrMapOvr>
</p:sldLayout>
</file>

<file path=ppt/slideLayouts/templat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Image Left and Editori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tail studies">
            <a:extLst>
              <a:ext uri="{FF2B5EF4-FFF2-40B4-BE49-F238E27FC236}">
                <a16:creationId xmlns:a16="http://schemas.microsoft.com/office/drawing/2014/main" id="{AB78E0BF-C306-4D7B-B953-509D80CBBB5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262953" y="2319728"/>
            <a:ext cx="5865907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60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12000"/>
              </a:lnSpc>
              <a:buNone/>
              <a:defRPr sz="600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12000"/>
              </a:lnSpc>
              <a:buNone/>
              <a:defRPr sz="66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600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Click to add title</a:t>
            </a:r>
          </a:p>
        </p:txBody>
      </p:sp>
      <p:sp>
        <p:nvSpPr>
          <p:cNvPr id="3" name="An intimate exploration of texture, gesture, and…">
            <a:extLst>
              <a:ext uri="{FF2B5EF4-FFF2-40B4-BE49-F238E27FC236}">
                <a16:creationId xmlns:a16="http://schemas.microsoft.com/office/drawing/2014/main" id="{A7E2463F-221F-4045-B7A3-395DB1FF7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62931" y="3620253"/>
            <a:ext cx="5865929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1950" i="0" b="0" u="none" baseline="0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4" name="Flowers on Linen, 2025">
            <a:extLst>
              <a:ext uri="{FF2B5EF4-FFF2-40B4-BE49-F238E27FC236}">
                <a16:creationId xmlns:a16="http://schemas.microsoft.com/office/drawing/2014/main" id="{1906F872-2997-4518-AA94-21469E09FDB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71500" y="6238875"/>
            <a:ext cx="4286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0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ctr">
              <a:lnSpc>
                <a:spcPct val="112000"/>
              </a:lnSpc>
              <a:buNone/>
              <a:defRPr sz="105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ctr">
              <a:lnSpc>
                <a:spcPct val="112000"/>
              </a:lnSpc>
              <a:buNone/>
              <a:defRPr sz="10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0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Click to add text</a:t>
            </a:r>
          </a:p>
        </p:txBody>
      </p:sp>
      <p:sp>
        <p:nvSpPr>
          <p:cNvPr id="5" name="Picture 4"/>
          <p:cNvSpPr>
            <a:spLocks noGrp="1"/>
          </p:cNvSpPr>
          <p:nvPr>
            <p:ph type="pic" idx="3"/>
          </p:nvPr>
        </p:nvSpPr>
        <p:spPr>
          <a:xfrm>
            <a:off x="1224492" y="605274"/>
            <a:ext cx="2980267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templat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Editorial Tex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2"/>
          <p:cNvSpPr>
            <a:spLocks noGrp="1"/>
          </p:cNvSpPr>
          <p:nvPr>
            <p:ph type="pic" idx="1"/>
          </p:nvPr>
        </p:nvSpPr>
        <p:spPr>
          <a:xfrm>
            <a:off x="7334250" y="609600"/>
            <a:ext cx="428625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Black and white">
            <a:extLst>
              <a:ext uri="{FF2B5EF4-FFF2-40B4-BE49-F238E27FC236}">
                <a16:creationId xmlns:a16="http://schemas.microsoft.com/office/drawing/2014/main" id="{AB78E0BF-C306-4D7B-B953-509D80CBBB5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1428" y="2319728"/>
            <a:ext cx="5865907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60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12000"/>
              </a:lnSpc>
              <a:buNone/>
              <a:defRPr sz="600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12000"/>
              </a:lnSpc>
              <a:buNone/>
              <a:defRPr sz="66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600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Click to add title</a:t>
            </a:r>
          </a:p>
        </p:txBody>
      </p:sp>
      <p:sp>
        <p:nvSpPr>
          <p:cNvPr id="4" name="Vibrant expressions of personality, presence, an…">
            <a:extLst>
              <a:ext uri="{FF2B5EF4-FFF2-40B4-BE49-F238E27FC236}">
                <a16:creationId xmlns:a16="http://schemas.microsoft.com/office/drawing/2014/main" id="{A7E2463F-221F-4045-B7A3-395DB1FF772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1406" y="3620253"/>
            <a:ext cx="5865929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1950" i="0" b="0" u="none" baseline="0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sp>
        <p:nvSpPr>
          <p:cNvPr id="5" name="The Weight of Stillness,  2024">
            <a:extLst>
              <a:ext uri="{FF2B5EF4-FFF2-40B4-BE49-F238E27FC236}">
                <a16:creationId xmlns:a16="http://schemas.microsoft.com/office/drawing/2014/main" id="{1906F872-2997-4518-AA94-21469E09FDB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7334250" y="6238875"/>
            <a:ext cx="4286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0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ctr">
              <a:lnSpc>
                <a:spcPct val="112000"/>
              </a:lnSpc>
              <a:buNone/>
              <a:defRPr sz="1050" i="1" b="0" u="none" baseline="0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 algn="ctr">
              <a:lnSpc>
                <a:spcPct val="112000"/>
              </a:lnSpc>
              <a:buNone/>
              <a:defRPr sz="10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b="0" i="1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  <a:r>
              <a:rPr sz="10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/>
            </a:r>
          </a:p>
        </p:txBody>
      </p:sp>
    </p:spTree>
  </p:cSld>
  <p:clrMapOvr>
    <a:masterClrMapping/>
  </p:clrMapOvr>
</p:sldLayout>
</file>

<file path=ppt/slideLayouts/templat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Photoshoot 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shoot schedule">
            <a:extLst>
              <a:ext uri="{FF2B5EF4-FFF2-40B4-BE49-F238E27FC236}">
                <a16:creationId xmlns:a16="http://schemas.microsoft.com/office/drawing/2014/main" id="{BDB9FCC6-98C9-493C-9C07-702B9175E8D5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210050" y="600075"/>
            <a:ext cx="7473281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54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12000"/>
              </a:lnSpc>
              <a:buNone/>
              <a:defRPr sz="540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12000"/>
              </a:lnSpc>
              <a:buNone/>
              <a:defRPr sz="54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540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Click to add title</a:t>
            </a:r>
          </a:p>
        </p:txBody>
      </p:sp>
      <p:sp>
        <p:nvSpPr>
          <p:cNvPr id="3" name="Table 2"/>
          <p:cNvSpPr>
            <a:spLocks noGrp="1"/>
          </p:cNvSpPr>
          <p:nvPr>
            <p:ph type="tbl" idx="1"/>
          </p:nvPr>
        </p:nvSpPr>
        <p:spPr>
          <a:xfrm>
            <a:off x="4210050" y="2105025"/>
            <a:ext cx="7439252" cy="3857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Picture 3"/>
          <p:cNvSpPr>
            <a:spLocks noGrp="1"/>
          </p:cNvSpPr>
          <p:nvPr>
            <p:ph type="pic" idx="2"/>
          </p:nvPr>
        </p:nvSpPr>
        <p:spPr>
          <a:xfrm>
            <a:off x="0" y="0"/>
            <a:ext cx="3729365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templateMaster.xml.rels><?xml version='1.0' encoding='utf-8'?>
<Relationships xmlns="http://schemas.openxmlformats.org/package/2006/relationships"><Relationship Type="http://schemas.openxmlformats.org/officeDocument/2006/relationships/image" Target="../media/image-optimized.jpg" Id="Re4b79ad1b8744d0d" /><Relationship Type="http://schemas.openxmlformats.org/officeDocument/2006/relationships/image" Target="../media/image2-optimized.jpg" Id="Rb6531f2fb5ad4bbe" /><Relationship Type="http://schemas.openxmlformats.org/officeDocument/2006/relationships/image" Target="../media/image3-optimized.jpg" Id="R3e0722da76d14c5c" /><Relationship Type="http://schemas.openxmlformats.org/officeDocument/2006/relationships/image" Target="../media/image4-optimized.jpg" Id="Rd64082a0d1424683" /><Relationship Type="http://schemas.openxmlformats.org/officeDocument/2006/relationships/image" Target="../media/image5-optimized.jpg" Id="R86126687861a4da4" /><Relationship Id="rTemplateTheme" Type="http://schemas.openxmlformats.org/officeDocument/2006/relationships/theme" Target="../theme/templateTheme.xml" /><Relationship Id="rTemplateLayout1" Type="http://schemas.openxmlformats.org/officeDocument/2006/relationships/slideLayout" Target="../slideLayouts/templateLayout1.xml" /><Relationship Id="rTemplateLayout2" Type="http://schemas.openxmlformats.org/officeDocument/2006/relationships/slideLayout" Target="../slideLayouts/templateLayout2.xml" /><Relationship Id="rTemplateLayout3" Type="http://schemas.openxmlformats.org/officeDocument/2006/relationships/slideLayout" Target="../slideLayouts/templateLayout3.xml" /><Relationship Id="rTemplateLayout4" Type="http://schemas.openxmlformats.org/officeDocument/2006/relationships/slideLayout" Target="../slideLayouts/templateLayout4.xml" /><Relationship Id="rTemplateLayout5" Type="http://schemas.openxmlformats.org/officeDocument/2006/relationships/slideLayout" Target="../slideLayouts/templateLayout5.xml" /><Relationship Id="rTemplateLayout6" Type="http://schemas.openxmlformats.org/officeDocument/2006/relationships/slideLayout" Target="../slideLayouts/templateLayout6.xml" /></Relationships>
</file>

<file path=ppt/slideMasters/templateMaster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Photography Portfolio Master">
    <p:bg>
      <p:bgPr>
        <a:solidFill>
          <a:srgbClr val="F8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00" name="Master Title">
            <a:extLst>
              <a:ext uri="{FF2B5EF4-FFF2-40B4-BE49-F238E27FC236}">
                <a16:creationId xmlns:a16="http://schemas.microsoft.com/office/drawing/2014/main" id="{AB78E0BF-C306-4D7B-B953-509D80CBBB5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1428" y="2319728"/>
            <a:ext cx="5865907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60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12000"/>
              </a:lnSpc>
              <a:buNone/>
              <a:defRPr sz="6000" i="1" b="0" u="none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12000"/>
              </a:lnSpc>
              <a:buNone/>
              <a:defRPr sz="66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600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Click to add title</a:t>
            </a:r>
          </a:p>
        </p:txBody>
      </p:sp>
      <p:sp>
        <p:nvSpPr>
          <p:cNvPr id="900001" name="Master Body">
            <a:extLst>
              <a:ext uri="{FF2B5EF4-FFF2-40B4-BE49-F238E27FC236}">
                <a16:creationId xmlns:a16="http://schemas.microsoft.com/office/drawing/2014/main" id="{A7E2463F-221F-4045-B7A3-395DB1FF7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406" y="3617373"/>
            <a:ext cx="5865929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1950" i="0" b="0" u="none" baseline="0">
                <a:solidFill>
                  <a:srgbClr val="111827">
                    <a:alpha val="10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TemplateLayout1"/>
    <p:sldLayoutId id="2147483650" r:id="rTemplateLayout2"/>
    <p:sldLayoutId id="2147483651" r:id="rTemplateLayout3"/>
    <p:sldLayoutId id="2147483652" r:id="rTemplateLayout4"/>
    <p:sldLayoutId id="2147483653" r:id="rTemplateLayout5"/>
    <p:sldLayoutId id="2147483654" r:id="rTemplateLayout6"/>
  </p:sldLayoutIdLst>
  <p:hf hdr="0" ftr="0" dt="0" sldNum="0"/>
  <p:txStyles>
    <p:titleStyle>
      <a:lvl1pPr marL="0" indent="0" algn="l" defTabSz="914400" rtl="0" eaLnBrk="1" latinLnBrk="0" hangingPunct="1">
        <a:defRPr sz="6000" i="1" b="0" u="none">
          <a:solidFill>
            <a:srgbClr val="111827">
              <a:alpha val="100000"/>
            </a:srgbClr>
          </a:solidFill>
          <a:latin typeface="Georgia"/>
          <a:ea typeface="Georgia"/>
          <a:cs typeface="Georgia"/>
        </a:defRPr>
      </a:lvl1pPr>
      <a:lvl2pPr marL="0" indent="0" algn="l" defTabSz="914400" rtl="0" eaLnBrk="1" latinLnBrk="0" hangingPunct="1">
        <a:defRPr sz="6000" i="1" b="0" u="none">
          <a:solidFill>
            <a:srgbClr val="111827">
              <a:alpha val="100000"/>
            </a:srgbClr>
          </a:solidFill>
          <a:latin typeface="Georgia"/>
          <a:ea typeface="Georgia"/>
          <a:cs typeface="Georgia"/>
        </a:defRPr>
      </a:lvl2pPr>
      <a:lvl3pPr marL="0" indent="0" algn="l" defTabSz="914400" rtl="0" eaLnBrk="1" latinLnBrk="0" hangingPunct="1">
        <a:defRPr sz="6000" i="1" b="0" u="none">
          <a:solidFill>
            <a:srgbClr val="111827">
              <a:alpha val="100000"/>
            </a:srgbClr>
          </a:solidFill>
          <a:latin typeface="Georgia"/>
          <a:ea typeface="Georgia"/>
          <a:cs typeface="Georgia"/>
        </a:defRPr>
      </a:lvl3pPr>
      <a:lvl4pPr marL="0" indent="0" algn="l" defTabSz="914400" rtl="0" eaLnBrk="1" latinLnBrk="0" hangingPunct="1">
        <a:defRPr sz="6000" i="1" b="0" u="none">
          <a:solidFill>
            <a:srgbClr val="111827">
              <a:alpha val="100000"/>
            </a:srgbClr>
          </a:solidFill>
          <a:latin typeface="Georgia"/>
          <a:ea typeface="Georgia"/>
          <a:cs typeface="Georgia"/>
        </a:defRPr>
      </a:lvl4pPr>
      <a:lvl5pPr marL="0" indent="0" algn="l" defTabSz="914400" rtl="0" eaLnBrk="1" latinLnBrk="0" hangingPunct="1">
        <a:defRPr sz="6000" i="1" b="0" u="none">
          <a:solidFill>
            <a:srgbClr val="111827">
              <a:alpha val="100000"/>
            </a:srgbClr>
          </a:solidFill>
          <a:latin typeface="Georgia"/>
          <a:ea typeface="Georgia"/>
          <a:cs typeface="Georgia"/>
        </a:defRPr>
      </a:lvl5pPr>
      <a:lvl6pPr marL="0" indent="0" algn="l" defTabSz="914400" rtl="0" eaLnBrk="1" latinLnBrk="0" hangingPunct="1">
        <a:defRPr sz="6000" i="1" b="0" u="none">
          <a:solidFill>
            <a:srgbClr val="111827">
              <a:alpha val="100000"/>
            </a:srgbClr>
          </a:solidFill>
          <a:latin typeface="Georgia"/>
          <a:ea typeface="Georgia"/>
          <a:cs typeface="Georgia"/>
        </a:defRPr>
      </a:lvl6pPr>
      <a:lvl7pPr marL="0" indent="0" algn="l" defTabSz="914400" rtl="0" eaLnBrk="1" latinLnBrk="0" hangingPunct="1">
        <a:defRPr sz="6000" i="1" b="0" u="none">
          <a:solidFill>
            <a:srgbClr val="111827">
              <a:alpha val="100000"/>
            </a:srgbClr>
          </a:solidFill>
          <a:latin typeface="Georgia"/>
          <a:ea typeface="Georgia"/>
          <a:cs typeface="Georgia"/>
        </a:defRPr>
      </a:lvl7pPr>
      <a:lvl8pPr marL="0" indent="0" algn="l" defTabSz="914400" rtl="0" eaLnBrk="1" latinLnBrk="0" hangingPunct="1">
        <a:defRPr sz="6000" i="1" b="0" u="none">
          <a:solidFill>
            <a:srgbClr val="111827">
              <a:alpha val="100000"/>
            </a:srgbClr>
          </a:solidFill>
          <a:latin typeface="Georgia"/>
          <a:ea typeface="Georgia"/>
          <a:cs typeface="Georgia"/>
        </a:defRPr>
      </a:lvl8pPr>
      <a:lvl9pPr marL="0" indent="0" algn="l" defTabSz="914400" rtl="0" eaLnBrk="1" latinLnBrk="0" hangingPunct="1">
        <a:defRPr sz="6000" i="1" b="0" u="none">
          <a:solidFill>
            <a:srgbClr val="111827">
              <a:alpha val="100000"/>
            </a:srgbClr>
          </a:solidFill>
          <a:latin typeface="Georgia"/>
          <a:ea typeface="Georgia"/>
          <a:cs typeface="Georgia"/>
        </a:defRPr>
      </a:lvl9pPr>
    </p:titleStyle>
    <p:bodyStyle>
      <a:lvl1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1pPr>
      <a:lvl2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2pPr>
      <a:lvl3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3pPr>
      <a:lvl4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4pPr>
      <a:lvl5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5pPr>
      <a:lvl6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6pPr>
      <a:lvl7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7pPr>
      <a:lvl8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8pPr>
      <a:lvl9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9pPr>
    </p:bodyStyle>
    <p:otherStyle>
      <a:lvl1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1pPr>
      <a:lvl2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2pPr>
      <a:lvl3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3pPr>
      <a:lvl4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4pPr>
      <a:lvl5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5pPr>
      <a:lvl6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6pPr>
      <a:lvl7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7pPr>
      <a:lvl8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8pPr>
      <a:lvl9pPr marL="0" indent="0" algn="l" defTabSz="914400" rtl="0" eaLnBrk="1" latinLnBrk="0" hangingPunct="1">
        <a:defRPr sz="1950" i="0" b="0" u="none" baseline="0">
          <a:solidFill>
            <a:srgbClr val="111827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Type="http://schemas.openxmlformats.org/officeDocument/2006/relationships/image" Target="../media/image-optimized.jpg" Id="Re4b79ad1b8744d0d" /><Relationship Type="http://schemas.openxmlformats.org/officeDocument/2006/relationships/image" Target="../media/image2-optimized.jpg" Id="Rb6531f2fb5ad4bbe" /><Relationship Type="http://schemas.openxmlformats.org/officeDocument/2006/relationships/image" Target="../media/image3-optimized.jpg" Id="R3e0722da76d14c5c" /><Relationship Type="http://schemas.openxmlformats.org/officeDocument/2006/relationships/image" Target="../media/image4-optimized.jpg" Id="Rd64082a0d1424683" /><Relationship Type="http://schemas.openxmlformats.org/officeDocument/2006/relationships/image" Target="../media/image5-optimized.jpg" Id="R86126687861a4da4" /><Relationship Type="http://schemas.openxmlformats.org/officeDocument/2006/relationships/notesSlide" Target="../notesSlides/notesSlide1.xml" Id="Rcdd817f3b7534e76" /><Relationship Id="rTemplateLayout" Type="http://schemas.openxmlformats.org/officeDocument/2006/relationships/slideLayout" Target="../slideLayouts/templateLayout1.xml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image" Target="../media/image6-optimized.jpg" Id="Rcf10f6f715b04cdd" /><Relationship Type="http://schemas.openxmlformats.org/officeDocument/2006/relationships/image" Target="../media/image7-optimized.jpg" Id="Raa4091dbb8f24f58" /><Relationship Type="http://schemas.openxmlformats.org/officeDocument/2006/relationships/image" Target="../media/image8-optimized.jpg" Id="Rbe87abf62e0b4de1" /><Relationship Type="http://schemas.openxmlformats.org/officeDocument/2006/relationships/notesSlide" Target="../notesSlides/notesSlide2.xml" Id="Ra0d4992d9b82403f" /><Relationship Id="rTemplateLayout" Type="http://schemas.openxmlformats.org/officeDocument/2006/relationships/slideLayout" Target="../slideLayouts/templateLayout2.xml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image" Target="../media/image9-optimized.jpg" Id="R2f00972b08e146b1" /><Relationship Type="http://schemas.openxmlformats.org/officeDocument/2006/relationships/notesSlide" Target="../notesSlides/notesSlide3.xml" Id="R4a764f8890794371" /><Relationship Id="rTemplateLayout" Type="http://schemas.openxmlformats.org/officeDocument/2006/relationships/slideLayout" Target="../slideLayouts/templateLayout3.xml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image" Target="../media/image10-optimized.jpg" Id="R5990b70feec64543" /><Relationship Type="http://schemas.openxmlformats.org/officeDocument/2006/relationships/notesSlide" Target="../notesSlides/notesSlide4.xml" Id="R200c349d23a149bf" /><Relationship Id="rTemplateLayout" Type="http://schemas.openxmlformats.org/officeDocument/2006/relationships/slideLayout" Target="../slideLayouts/templateLayout4.xml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image" Target="../media/image11-optimized.jpg" Id="R162e016905cd434f" /><Relationship Type="http://schemas.openxmlformats.org/officeDocument/2006/relationships/notesSlide" Target="../notesSlides/notesSlide5.xml" Id="R02e9221fc7584bc7" /><Relationship Id="rTemplateLayout" Type="http://schemas.openxmlformats.org/officeDocument/2006/relationships/slideLayout" Target="../slideLayouts/templateLayout5.xml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image" Target="../media/image12-optimized.jpg" Id="R7966ac43e13140e6" /><Relationship Type="http://schemas.openxmlformats.org/officeDocument/2006/relationships/notesSlide" Target="../notesSlides/notesSlide6.xml" Id="R493e88a03e9f43f0" /><Relationship Id="rTemplateLayout" Type="http://schemas.openxmlformats.org/officeDocument/2006/relationships/slideLayout" Target="../slideLayouts/templateLayout6.xml" 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uma Studio">
            <a:extLst xmlns:a="http://schemas.openxmlformats.org/drawingml/2006/main">
              <a:ext uri="{FF2B5EF4-FFF2-40B4-BE49-F238E27FC236}">
                <a16:creationId xmlns:a16="http://schemas.microsoft.com/office/drawing/2014/main" id="{7EA771F4-3627-4447-9681-D3E876BFF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52729" y="473437"/>
            <a:ext cx="41325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54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5400" i="1">
                <a:latin typeface="Georgia"/>
                <a:ea typeface="Georgia"/>
                <a:cs typeface="Georgia"/>
              </a:rPr>
              <a:t>Luma Studio</a:t>
            </a:r>
          </a:p>
        </p:txBody>
      </p:sp>
      <p:sp>
        <p:nvSpPr>
          <p:cNvPr id="3" name="Selected works">
            <a:extLst xmlns:a="http://schemas.openxmlformats.org/drawingml/2006/main">
              <a:ext uri="{FF2B5EF4-FFF2-40B4-BE49-F238E27FC236}">
                <a16:creationId xmlns:a16="http://schemas.microsoft.com/office/drawing/2014/main" id="{02BBB92F-4D39-4EB9-BC7A-BD1BF37C69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06086" y="1397371"/>
            <a:ext cx="119570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12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1200" i="1">
                <a:latin typeface="Georgia"/>
                <a:ea typeface="Georgia"/>
                <a:cs typeface="Georgia"/>
              </a:rPr>
              <a:t>Selected works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8880FE20-065D-48A7-9775-FB8689BA9741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2"/>
          </p:nvPr>
        </p:nvPicPr>
        <p:blipFill>
          <a:blip xmlns:r="http://schemas.openxmlformats.org/officeDocument/2006/relationships" xmlns:a="http://schemas.openxmlformats.org/drawingml/2006/main" r:embed="Re4b79ad1b8744d0d"/>
          <a:stretch xmlns:a="http://schemas.openxmlformats.org/drawingml/2006/main"/>
        </p:blipFill>
        <p:spPr>
          <a:xfrm xmlns:a="http://schemas.openxmlformats.org/drawingml/2006/main">
            <a:off x="1205466" y="2811788"/>
            <a:ext cx="1088411" cy="1995812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80D1C151-D8DC-49D7-BCC2-0B9DC2713480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3"/>
          </p:nvPr>
        </p:nvPicPr>
        <p:blipFill>
          <a:blip xmlns:r="http://schemas.openxmlformats.org/officeDocument/2006/relationships" xmlns:a="http://schemas.openxmlformats.org/drawingml/2006/main" r:embed="Rb6531f2fb5ad4bbe"/>
          <a:stretch xmlns:a="http://schemas.openxmlformats.org/drawingml/2006/main"/>
        </p:blipFill>
        <p:spPr>
          <a:xfrm xmlns:a="http://schemas.openxmlformats.org/drawingml/2006/main">
            <a:off x="2389127" y="2451106"/>
            <a:ext cx="2121656" cy="2717175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EE60428C-BAE4-4F01-81BC-9A794EE6F5DD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4"/>
          </p:nvPr>
        </p:nvPicPr>
        <p:blipFill>
          <a:blip xmlns:r="http://schemas.openxmlformats.org/officeDocument/2006/relationships" xmlns:a="http://schemas.openxmlformats.org/drawingml/2006/main" r:embed="R3e0722da76d14c5c"/>
          <a:stretch xmlns:a="http://schemas.openxmlformats.org/drawingml/2006/main"/>
        </p:blipFill>
        <p:spPr>
          <a:xfrm xmlns:a="http://schemas.openxmlformats.org/drawingml/2006/main">
            <a:off x="7683707" y="2428799"/>
            <a:ext cx="2156492" cy="2761789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EA8030AC-C403-48F4-9DBB-C042F0B1ED4C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5"/>
          </p:nvPr>
        </p:nvPicPr>
        <p:blipFill>
          <a:blip xmlns:r="http://schemas.openxmlformats.org/officeDocument/2006/relationships" xmlns:a="http://schemas.openxmlformats.org/drawingml/2006/main" r:embed="Rd64082a0d1424683"/>
          <a:stretch xmlns:a="http://schemas.openxmlformats.org/drawingml/2006/main"/>
        </p:blipFill>
        <p:spPr>
          <a:xfrm xmlns:a="http://schemas.openxmlformats.org/drawingml/2006/main">
            <a:off x="9935449" y="2810247"/>
            <a:ext cx="1087633" cy="1998893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30AD5630-110A-45AC-AC0A-8903535B93C5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6"/>
          </p:nvPr>
        </p:nvPicPr>
        <p:blipFill>
          <a:blip xmlns:r="http://schemas.openxmlformats.org/officeDocument/2006/relationships" xmlns:a="http://schemas.openxmlformats.org/drawingml/2006/main" r:embed="R86126687861a4da4"/>
          <a:stretch xmlns:a="http://schemas.openxmlformats.org/drawingml/2006/main"/>
        </p:blipFill>
        <p:spPr>
          <a:xfrm xmlns:a="http://schemas.openxmlformats.org/drawingml/2006/main">
            <a:off x="4601511" y="2066650"/>
            <a:ext cx="2984893" cy="3464425"/>
          </a:xfrm>
          <a:prstGeom xmlns:a="http://schemas.openxmlformats.org/drawingml/2006/main" prst="rect">
            <a:avLst/>
          </a:prstGeom>
        </p:spPr>
      </p:pic>
      <p:sp>
        <p:nvSpPr>
          <p:cNvPr id="9" name="Soft focus / Editorial, 2026">
            <a:extLst xmlns:a="http://schemas.openxmlformats.org/drawingml/2006/main">
              <a:ext uri="{FF2B5EF4-FFF2-40B4-BE49-F238E27FC236}">
                <a16:creationId xmlns:a16="http://schemas.microsoft.com/office/drawing/2014/main" id="{21C469C5-4935-46F1-A6EA-79C3960287C2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5336223" y="5623243"/>
            <a:ext cx="156559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9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900" i="1">
                <a:latin typeface="Georgia"/>
                <a:ea typeface="Georgia"/>
                <a:cs typeface="Georgia"/>
              </a:rPr>
              <a:t>Soft focus / Editorial, 2026</a:t>
            </a:r>
          </a:p>
        </p:txBody>
      </p:sp>
    </p:spTree>
    <p:extLst>
      <p:ext uri="{BB962C8B-B14F-4D97-AF65-F5344CB8AC3E}">
        <p14:creationId xmlns:p14="http://schemas.microsoft.com/office/powerpoint/2010/main" val="637684904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553089F2-A769-4C8C-B656-8A52FF57AB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19875" y="15811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9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Color portraits">
            <a:extLst xmlns:a="http://schemas.openxmlformats.org/drawingml/2006/main">
              <a:ext uri="{FF2B5EF4-FFF2-40B4-BE49-F238E27FC236}">
                <a16:creationId xmlns:a16="http://schemas.microsoft.com/office/drawing/2014/main" id="{7C752831-5FDD-40DF-A392-433937E366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50" y="1495425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8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Color portraits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9386FCBF-FA07-4F87-AF3C-E907A5AE3F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619875" y="26955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9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5" name="Detail studies">
            <a:extLst xmlns:a="http://schemas.openxmlformats.org/drawingml/2006/main">
              <a:ext uri="{FF2B5EF4-FFF2-40B4-BE49-F238E27FC236}">
                <a16:creationId xmlns:a16="http://schemas.microsoft.com/office/drawing/2014/main" id="{C501B8E4-040C-476B-BE41-65E14EBF48B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6086" y="26098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8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Detail studies</a:t>
            </a:r>
          </a:p>
        </p:txBody>
      </p:sp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7DB97509-F199-4268-8783-0D87B6E2A0A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619875" y="3805674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9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7" name="Black and white">
            <a:extLst xmlns:a="http://schemas.openxmlformats.org/drawingml/2006/main">
              <a:ext uri="{FF2B5EF4-FFF2-40B4-BE49-F238E27FC236}">
                <a16:creationId xmlns:a16="http://schemas.microsoft.com/office/drawing/2014/main" id="{D5CB2B5A-A3BE-47CF-BF28-C43C0824CCA9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186131" y="3719949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8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Black and white</a:t>
            </a:r>
          </a:p>
        </p:txBody>
      </p:sp>
      <p:sp>
        <p:nvSpPr>
          <p:cNvPr id="8" name="04">
            <a:extLst xmlns:a="http://schemas.openxmlformats.org/drawingml/2006/main">
              <a:ext uri="{FF2B5EF4-FFF2-40B4-BE49-F238E27FC236}">
                <a16:creationId xmlns:a16="http://schemas.microsoft.com/office/drawing/2014/main" id="{CF6AEBEF-65B2-41A8-A8E4-DAA14B97740B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619875" y="49244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9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9" name="Photoshoot schedule">
            <a:extLst xmlns:a="http://schemas.openxmlformats.org/drawingml/2006/main">
              <a:ext uri="{FF2B5EF4-FFF2-40B4-BE49-F238E27FC236}">
                <a16:creationId xmlns:a16="http://schemas.microsoft.com/office/drawing/2014/main" id="{C104AB9C-338F-4145-8C97-1CDAC98F1BB7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181850" y="48387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28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8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Photoshoot schedule</a:t>
            </a:r>
          </a:p>
        </p:txBody>
      </p:sp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C879FF64-B905-4937-8815-A4787BB4B41C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8"/>
          </p:nvPr>
        </p:nvPicPr>
        <p:blipFill>
          <a:blip xmlns:r="http://schemas.openxmlformats.org/officeDocument/2006/relationships" xmlns:a="http://schemas.openxmlformats.org/drawingml/2006/main" r:embed="Rcf10f6f715b04cdd"/>
          <a:stretch xmlns:a="http://schemas.openxmlformats.org/drawingml/2006/main"/>
        </p:blipFill>
        <p:spPr>
          <a:xfrm xmlns:a="http://schemas.openxmlformats.org/drawingml/2006/main">
            <a:off x="1384305" y="489370"/>
            <a:ext cx="1803288" cy="3316100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C9C4B488-719D-4D19-AB69-014822600AF8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9"/>
          </p:nvPr>
        </p:nvPicPr>
        <p:blipFill>
          <a:blip xmlns:r="http://schemas.openxmlformats.org/officeDocument/2006/relationships" xmlns:a="http://schemas.openxmlformats.org/drawingml/2006/main" r:embed="Raa4091dbb8f24f58"/>
          <a:stretch xmlns:a="http://schemas.openxmlformats.org/drawingml/2006/main"/>
        </p:blipFill>
        <p:spPr>
          <a:xfrm xmlns:a="http://schemas.openxmlformats.org/drawingml/2006/main">
            <a:off x="1388632" y="4063581"/>
            <a:ext cx="1798961" cy="224789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9D9809ED-38A6-4512-A31F-0247673CD06F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be87abf62e0b4de1"/>
          <a:stretch xmlns:a="http://schemas.openxmlformats.org/drawingml/2006/main"/>
        </p:blipFill>
        <p:spPr>
          <a:xfrm xmlns:a="http://schemas.openxmlformats.org/drawingml/2006/main">
            <a:off x="3427474" y="1198157"/>
            <a:ext cx="2423632" cy="44616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84904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80D1C151-D8DC-49D7-BCC2-0B9DC2713480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1"/>
          </p:nvPr>
        </p:nvPicPr>
        <p:blipFill>
          <a:blip xmlns:r="http://schemas.openxmlformats.org/officeDocument/2006/relationships" xmlns:a="http://schemas.openxmlformats.org/drawingml/2006/main" r:embed="R2f00972b08e146b1"/>
          <a:srcRect xmlns:a="http://schemas.openxmlformats.org/drawingml/2006/main" l="1189" t="0" r="11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609600"/>
            <a:ext cx="4286250" cy="5486400"/>
          </a:xfrm>
          <a:prstGeom xmlns:a="http://schemas.openxmlformats.org/drawingml/2006/main" prst="rect">
            <a:avLst/>
          </a:prstGeom>
        </p:spPr>
      </p:pic>
      <p:sp>
        <p:nvSpPr>
          <p:cNvPr id="3" name="Color portraits">
            <a:extLst xmlns:a="http://schemas.openxmlformats.org/drawingml/2006/main">
              <a:ext uri="{FF2B5EF4-FFF2-40B4-BE49-F238E27FC236}">
                <a16:creationId xmlns:a16="http://schemas.microsoft.com/office/drawing/2014/main" id="{AB78E0BF-C306-4D7B-B953-509D80CBBB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428" y="2319728"/>
            <a:ext cx="5865907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0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66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600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Color portraits</a:t>
            </a:r>
          </a:p>
        </p:txBody>
      </p:sp>
      <p:sp>
        <p:nvSpPr>
          <p:cNvPr id="4" name="Vibrant expressions of personality, presence, an…">
            <a:extLst xmlns:a="http://schemas.openxmlformats.org/drawingml/2006/main">
              <a:ext uri="{FF2B5EF4-FFF2-40B4-BE49-F238E27FC236}">
                <a16:creationId xmlns:a16="http://schemas.microsoft.com/office/drawing/2014/main" id="{A7E2463F-221F-4045-B7A3-395DB1FF77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1406" y="3617373"/>
            <a:ext cx="5865929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Vibrant expressions of personality, presence, and individuality through thoughtful use of color.</a:t>
            </a: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sp>
        <p:nvSpPr>
          <p:cNvPr id="5" name="In Golden Light , 2027">
            <a:extLst xmlns:a="http://schemas.openxmlformats.org/drawingml/2006/main">
              <a:ext uri="{FF2B5EF4-FFF2-40B4-BE49-F238E27FC236}">
                <a16:creationId xmlns:a16="http://schemas.microsoft.com/office/drawing/2014/main" id="{1906F872-2997-4518-AA94-21469E09FDB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34250" y="62388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0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b="0" i="1" u="none" baseline="0">
                <a:highlight>
                  <a:srgbClr val="000000">
                    <a:alpha val="0"/>
                  </a:srgbClr>
                </a:highlight>
              </a:rPr>
              <a:t>In Golden Light</a:t>
            </a:r>
            <a:r>
              <a:rPr sz="10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, 2027</a:t>
            </a:r>
          </a:p>
        </p:txBody>
      </p:sp>
    </p:spTree>
    <p:extLst>
      <p:ext uri="{BB962C8B-B14F-4D97-AF65-F5344CB8AC3E}">
        <p14:creationId xmlns:p14="http://schemas.microsoft.com/office/powerpoint/2010/main" val="637684904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etail studies">
            <a:extLst xmlns:a="http://schemas.openxmlformats.org/drawingml/2006/main">
              <a:ext uri="{FF2B5EF4-FFF2-40B4-BE49-F238E27FC236}">
                <a16:creationId xmlns:a16="http://schemas.microsoft.com/office/drawing/2014/main" id="{AB78E0BF-C306-4D7B-B953-509D80CBBB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2953" y="2319728"/>
            <a:ext cx="5865907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0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66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600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Detail studies</a:t>
            </a:r>
          </a:p>
        </p:txBody>
      </p:sp>
      <p:sp>
        <p:nvSpPr>
          <p:cNvPr id="3" name="An intimate exploration of texture, gesture, and…">
            <a:extLst xmlns:a="http://schemas.openxmlformats.org/drawingml/2006/main">
              <a:ext uri="{FF2B5EF4-FFF2-40B4-BE49-F238E27FC236}">
                <a16:creationId xmlns:a16="http://schemas.microsoft.com/office/drawing/2014/main" id="{A7E2463F-221F-4045-B7A3-395DB1FF77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262931" y="3620253"/>
            <a:ext cx="5865929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An intimate exploration of texture, gesture, and form, revealing beauty in the often overlooked.</a:t>
            </a:r>
          </a:p>
        </p:txBody>
      </p:sp>
      <p:sp>
        <p:nvSpPr>
          <p:cNvPr id="4" name="Flowers on Linen, 2025">
            <a:extLst xmlns:a="http://schemas.openxmlformats.org/drawingml/2006/main">
              <a:ext uri="{FF2B5EF4-FFF2-40B4-BE49-F238E27FC236}">
                <a16:creationId xmlns:a16="http://schemas.microsoft.com/office/drawing/2014/main" id="{1906F872-2997-4518-AA94-21469E09FD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71500" y="62388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0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0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Flowers on Linen, 2025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32A7C5A6-BBF8-416D-BDEF-6C34D20DCC97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3"/>
          </p:nvPr>
        </p:nvPicPr>
        <p:blipFill>
          <a:blip xmlns:r="http://schemas.openxmlformats.org/officeDocument/2006/relationships" xmlns:a="http://schemas.openxmlformats.org/drawingml/2006/main" r:embed="R5990b70feec64543"/>
          <a:stretch xmlns:a="http://schemas.openxmlformats.org/drawingml/2006/main"/>
        </p:blipFill>
        <p:spPr>
          <a:xfrm xmlns:a="http://schemas.openxmlformats.org/drawingml/2006/main">
            <a:off x="1224492" y="605274"/>
            <a:ext cx="2980267" cy="5486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84904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80D1C151-D8DC-49D7-BCC2-0B9DC2713480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1"/>
          </p:nvPr>
        </p:nvPicPr>
        <p:blipFill>
          <a:blip xmlns:r="http://schemas.openxmlformats.org/officeDocument/2006/relationships" xmlns:a="http://schemas.openxmlformats.org/drawingml/2006/main" r:embed="R162e016905cd434f"/>
          <a:srcRect xmlns:a="http://schemas.openxmlformats.org/drawingml/2006/main" l="1189" t="0" r="11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609600"/>
            <a:ext cx="4286250" cy="5486400"/>
          </a:xfrm>
          <a:prstGeom xmlns:a="http://schemas.openxmlformats.org/drawingml/2006/main" prst="rect">
            <a:avLst/>
          </a:prstGeom>
        </p:spPr>
      </p:pic>
      <p:sp>
        <p:nvSpPr>
          <p:cNvPr id="3" name="Black and white">
            <a:extLst xmlns:a="http://schemas.openxmlformats.org/drawingml/2006/main">
              <a:ext uri="{FF2B5EF4-FFF2-40B4-BE49-F238E27FC236}">
                <a16:creationId xmlns:a16="http://schemas.microsoft.com/office/drawing/2014/main" id="{AB78E0BF-C306-4D7B-B953-509D80CBBB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428" y="2319728"/>
            <a:ext cx="5865907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0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66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600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Black and white</a:t>
            </a:r>
          </a:p>
        </p:txBody>
      </p:sp>
      <p:sp>
        <p:nvSpPr>
          <p:cNvPr id="4" name="Vibrant expressions of personality, presence, an…">
            <a:extLst xmlns:a="http://schemas.openxmlformats.org/drawingml/2006/main">
              <a:ext uri="{FF2B5EF4-FFF2-40B4-BE49-F238E27FC236}">
                <a16:creationId xmlns:a16="http://schemas.microsoft.com/office/drawing/2014/main" id="{A7E2463F-221F-4045-B7A3-395DB1FF77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1406" y="3620253"/>
            <a:ext cx="5865929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Vibrant expressions of personality, presence, and individuality through thoughtful use of color.</a:t>
            </a: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sp>
        <p:nvSpPr>
          <p:cNvPr id="5" name="The Weight of Stillness,  2024">
            <a:extLst xmlns:a="http://schemas.openxmlformats.org/drawingml/2006/main">
              <a:ext uri="{FF2B5EF4-FFF2-40B4-BE49-F238E27FC236}">
                <a16:creationId xmlns:a16="http://schemas.microsoft.com/office/drawing/2014/main" id="{1906F872-2997-4518-AA94-21469E09FDB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34250" y="62388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05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b="0" i="1" u="none" baseline="0">
                <a:highlight>
                  <a:srgbClr val="000000">
                    <a:alpha val="0"/>
                  </a:srgbClr>
                </a:highlight>
              </a:rPr>
              <a:t>The Weight of Stillness,</a:t>
            </a:r>
            <a:r>
              <a:rPr sz="105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637684904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otoshoot schedule">
            <a:extLst xmlns:a="http://schemas.openxmlformats.org/drawingml/2006/main">
              <a:ext uri="{FF2B5EF4-FFF2-40B4-BE49-F238E27FC236}">
                <a16:creationId xmlns:a16="http://schemas.microsoft.com/office/drawing/2014/main" id="{BDB9FCC6-98C9-493C-9C07-702B9175E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10050" y="600075"/>
            <a:ext cx="7473281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4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5400" i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5400" i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Photoshoot schedule</a:t>
            </a:r>
          </a:p>
        </p:txBody>
      </p:sp>
      <p:graphicFrame>
        <p:nvGraphicFramePr>
          <p:cNvPr id="3" name="Table 2">
            <a:extLst xmlns:a="http://schemas.openxmlformats.org/drawingml/2006/main">
              <a:ext uri="{FF2B5EF4-FFF2-40B4-BE49-F238E27FC236}">
                <a16:creationId xmlns:a16="http://schemas.microsoft.com/office/drawing/2014/main" id="{1E8CA5CA-108A-41DB-B35C-B85D7732D7A3}"/>
              </a:ext>
            </a:extLst>
          </p:cNvPr>
          <p:cNvGraphicFramePr/>
          <p:nvPr>
            <p:ph type="tbl" idx="1"/>
          </p:nvPr>
        </p:nvGraphicFramePr>
        <p:xfrm>
          <a:off xmlns:a="http://schemas.openxmlformats.org/drawingml/2006/main" x="4210050" y="2105025"/>
          <a:ext xmlns:a="http://schemas.openxmlformats.org/drawingml/2006/main" cx="7439252" cy="38576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657350"/>
                <a:gridCol w="2039193"/>
                <a:gridCol w="3742709"/>
              </a:tblGrid>
              <a:tr h="771525">
                <a:tc>
                  <a:txBody>
                    <a:bodyPr lIns="0" tIns="133350" rIns="152400" bIns="133350"/>
                    <a:lstStyle/>
                    <a:p>
                      <a:r>
                        <a:rPr sz="2025" i="1">
                          <a:solidFill>
                            <a:srgbClr val="111827"/>
                          </a:solidFill>
                          <a:latin typeface="Georgia"/>
                          <a:ea typeface="Georgia"/>
                          <a:cs typeface="Georgia"/>
                        </a:rPr>
                        <a:t>Time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8F3F2"/>
                    </a:solidFill>
                  </a:tcPr>
                </a:tc>
                <a:tc>
                  <a:txBody>
                    <a:bodyPr lIns="0" tIns="133350" rIns="152400" bIns="133350"/>
                    <a:lstStyle/>
                    <a:p>
                      <a:r>
                        <a:rPr sz="2025" i="1">
                          <a:solidFill>
                            <a:srgbClr val="111827"/>
                          </a:solidFill>
                          <a:latin typeface="Georgia"/>
                          <a:ea typeface="Georgia"/>
                          <a:cs typeface="Georgia"/>
                        </a:rPr>
                        <a:t>Focus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8F3F2"/>
                    </a:solidFill>
                  </a:tcPr>
                </a:tc>
                <a:tc>
                  <a:txBody>
                    <a:bodyPr lIns="0" tIns="133350" rIns="152400" bIns="133350"/>
                    <a:lstStyle/>
                    <a:p>
                      <a:r>
                        <a:rPr sz="2025" i="1">
                          <a:solidFill>
                            <a:srgbClr val="111827"/>
                          </a:solidFill>
                          <a:latin typeface="Georgia"/>
                          <a:ea typeface="Georgia"/>
                          <a:cs typeface="Georgia"/>
                        </a:rPr>
                        <a:t>About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8F3F2"/>
                    </a:solidFill>
                  </a:tcPr>
                </a:tc>
              </a:tr>
              <a:tr h="771525">
                <a:tc>
                  <a:txBody>
                    <a:bodyPr lIns="0" tIns="133350" rIns="152400" bIns="133350"/>
                    <a:lstStyle/>
                    <a:p>
                      <a:r>
                        <a:rPr sz="1875" i="1">
                          <a:solidFill>
                            <a:srgbClr val="111827"/>
                          </a:solidFill>
                          <a:latin typeface="Georgia"/>
                          <a:ea typeface="Georgia"/>
                          <a:cs typeface="Georgia"/>
                        </a:rPr>
                        <a:t>09:00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8F3F2"/>
                    </a:solidFill>
                  </a:tcPr>
                </a:tc>
                <a:tc>
                  <a:txBody>
                    <a:bodyPr lIns="0" tIns="133350" rIns="152400" bIns="133350"/>
                    <a:lstStyle/>
                    <a:p>
                      <a:r>
                        <a:rPr sz="1875" i="1">
                          <a:solidFill>
                            <a:srgbClr val="111827"/>
                          </a:solidFill>
                          <a:latin typeface="Georgia"/>
                          <a:ea typeface="Georgia"/>
                          <a:cs typeface="Georgia"/>
                        </a:rPr>
                        <a:t>Setup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8F3F2"/>
                    </a:solidFill>
                  </a:tcPr>
                </a:tc>
                <a:tc>
                  <a:txBody>
                    <a:bodyPr lIns="0" tIns="133350" rIns="152400" bIns="133350"/>
                    <a:lstStyle/>
                    <a:p>
                      <a:r>
                        <a:rPr sz="1875" i="1">
                          <a:solidFill>
                            <a:srgbClr val="111827"/>
                          </a:solidFill>
                          <a:latin typeface="Georgia"/>
                          <a:ea typeface="Georgia"/>
                          <a:cs typeface="Georgia"/>
                        </a:rPr>
                        <a:t>Light and background checks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8F3F2"/>
                    </a:solidFill>
                  </a:tcPr>
                </a:tc>
              </a:tr>
              <a:tr h="771525">
                <a:tc>
                  <a:txBody>
                    <a:bodyPr lIns="0" tIns="133350" rIns="152400" bIns="133350"/>
                    <a:lstStyle/>
                    <a:p>
                      <a:r>
                        <a:rPr sz="1875" i="1">
                          <a:solidFill>
                            <a:srgbClr val="111827"/>
                          </a:solidFill>
                          <a:latin typeface="Georgia"/>
                          <a:ea typeface="Georgia"/>
                          <a:cs typeface="Georgia"/>
                        </a:rPr>
                        <a:t>09:30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8F3F2"/>
                    </a:solidFill>
                  </a:tcPr>
                </a:tc>
                <a:tc>
                  <a:txBody>
                    <a:bodyPr lIns="0" tIns="133350" rIns="152400" bIns="133350"/>
                    <a:lstStyle/>
                    <a:p>
                      <a:r>
                        <a:rPr sz="1875" i="1">
                          <a:solidFill>
                            <a:srgbClr val="111827"/>
                          </a:solidFill>
                          <a:latin typeface="Georgia"/>
                          <a:ea typeface="Georgia"/>
                          <a:cs typeface="Georgia"/>
                        </a:rPr>
                        <a:t>Portraits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8F3F2"/>
                    </a:solidFill>
                  </a:tcPr>
                </a:tc>
                <a:tc>
                  <a:txBody>
                    <a:bodyPr lIns="0" tIns="133350" rIns="152400" bIns="133350"/>
                    <a:lstStyle/>
                    <a:p>
                      <a:r>
                        <a:rPr sz="1875" b="0" i="1" u="none" baseline="0">
                          <a:solidFill>
                            <a:srgbClr val="111827"/>
                          </a:solidFill>
                          <a:latin typeface="Georgia"/>
                          <a:ea typeface="Georgia"/>
                          <a:cs typeface="Georgia"/>
                          <a:highlight>
                            <a:srgbClr val="000000">
                              <a:alpha val="0"/>
                            </a:srgbClr>
                          </a:highlight>
                        </a:rPr>
                        <a:t>Seated, standing compositions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8F3F2"/>
                    </a:solidFill>
                  </a:tcPr>
                </a:tc>
              </a:tr>
              <a:tr h="771525">
                <a:tc>
                  <a:txBody>
                    <a:bodyPr lIns="0" tIns="133350" rIns="152400" bIns="133350"/>
                    <a:lstStyle/>
                    <a:p>
                      <a:r>
                        <a:rPr sz="1875" i="1">
                          <a:solidFill>
                            <a:srgbClr val="111827"/>
                          </a:solidFill>
                          <a:latin typeface="Georgia"/>
                          <a:ea typeface="Georgia"/>
                          <a:cs typeface="Georgia"/>
                        </a:rPr>
                        <a:t>11:00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8F3F2"/>
                    </a:solidFill>
                  </a:tcPr>
                </a:tc>
                <a:tc>
                  <a:txBody>
                    <a:bodyPr lIns="0" tIns="133350" rIns="152400" bIns="133350"/>
                    <a:lstStyle/>
                    <a:p>
                      <a:r>
                        <a:rPr sz="1875" i="1">
                          <a:solidFill>
                            <a:srgbClr val="111827"/>
                          </a:solidFill>
                          <a:latin typeface="Georgia"/>
                          <a:ea typeface="Georgia"/>
                          <a:cs typeface="Georgia"/>
                        </a:rPr>
                        <a:t>Details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8F3F2"/>
                    </a:solidFill>
                  </a:tcPr>
                </a:tc>
                <a:tc>
                  <a:txBody>
                    <a:bodyPr lIns="0" tIns="133350" rIns="152400" bIns="133350"/>
                    <a:lstStyle/>
                    <a:p>
                      <a:r>
                        <a:rPr sz="1875" i="1">
                          <a:solidFill>
                            <a:srgbClr val="111827"/>
                          </a:solidFill>
                          <a:latin typeface="Georgia"/>
                          <a:ea typeface="Georgia"/>
                          <a:cs typeface="Georgia"/>
                        </a:rPr>
                        <a:t>Hands, clothing, and objects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8F3F2"/>
                    </a:solidFill>
                  </a:tcPr>
                </a:tc>
              </a:tr>
              <a:tr h="771525">
                <a:tc>
                  <a:txBody>
                    <a:bodyPr lIns="0" tIns="133350" rIns="152400" bIns="133350"/>
                    <a:lstStyle/>
                    <a:p>
                      <a:r>
                        <a:rPr sz="1875" i="1">
                          <a:solidFill>
                            <a:srgbClr val="111827"/>
                          </a:solidFill>
                          <a:latin typeface="Georgia"/>
                          <a:ea typeface="Georgia"/>
                          <a:cs typeface="Georgia"/>
                        </a:rPr>
                        <a:t>13:00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8F3F2"/>
                    </a:solidFill>
                  </a:tcPr>
                </a:tc>
                <a:tc>
                  <a:txBody>
                    <a:bodyPr lIns="0" tIns="133350" rIns="152400" bIns="133350"/>
                    <a:lstStyle/>
                    <a:p>
                      <a:r>
                        <a:rPr sz="1875" i="1">
                          <a:solidFill>
                            <a:srgbClr val="111827"/>
                          </a:solidFill>
                          <a:latin typeface="Georgia"/>
                          <a:ea typeface="Georgia"/>
                          <a:cs typeface="Georgia"/>
                        </a:rPr>
                        <a:t>Outside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8F3F2"/>
                    </a:solidFill>
                  </a:tcPr>
                </a:tc>
                <a:tc>
                  <a:txBody>
                    <a:bodyPr lIns="0" tIns="133350" rIns="152400" bIns="133350"/>
                    <a:lstStyle/>
                    <a:p>
                      <a:r>
                        <a:rPr sz="1875" b="0" i="1" u="none" baseline="0">
                          <a:solidFill>
                            <a:srgbClr val="111827"/>
                          </a:solidFill>
                          <a:latin typeface="Georgia"/>
                          <a:ea typeface="Georgia"/>
                          <a:cs typeface="Georgia"/>
                          <a:highlight>
                            <a:srgbClr val="000000">
                              <a:alpha val="0"/>
                            </a:srgbClr>
                          </a:highlight>
                        </a:rPr>
                        <a:t>Location scouting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8F3F2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C56365A-7477-4F1B-8B32-C24A0B346492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2"/>
          </p:nvPr>
        </p:nvPicPr>
        <p:blipFill>
          <a:blip xmlns:r="http://schemas.openxmlformats.org/officeDocument/2006/relationships" xmlns:a="http://schemas.openxmlformats.org/drawingml/2006/main" r:embed="R7966ac43e13140e6"/>
          <a:stretch xmlns:a="http://schemas.openxmlformats.org/drawingml/2006/main"/>
        </p:blipFill>
        <p:spPr>
          <a:xfrm xmlns:a="http://schemas.openxmlformats.org/drawingml/2006/main">
            <a:off x="0" y="0"/>
            <a:ext cx="372936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84904"/>
      </p:ext>
    </p:extLst>
  </p:cSld>
</p:sld>
</file>

<file path=ppt/theme/templateTheme.xml><?xml version="1.0" encoding="utf-8"?>
<a:theme xmlns:a="http://schemas.openxmlformats.org/drawingml/2006/main" name="Photography Portfolio">
  <a:themeElements>
    <a:clrScheme name="Photography Portfolio">
      <a:dk1>
        <a:srgbClr val="000000"/>
      </a:dk1>
      <a:lt1>
        <a:srgbClr val="FFFFFF"/>
      </a:lt1>
      <a:dk2>
        <a:srgbClr val="111827"/>
      </a:dk2>
      <a:lt2>
        <a:srgbClr val="F8F3F2"/>
      </a:lt2>
      <a:accent1>
        <a:srgbClr val="111827"/>
      </a:accent1>
      <a:accent2>
        <a:srgbClr val="F8F3F2"/>
      </a:accent2>
      <a:accent3>
        <a:srgbClr val="000000"/>
      </a:accent3>
      <a:accent4>
        <a:srgbClr val="FFFFFF"/>
      </a:accent4>
      <a:accent5>
        <a:srgbClr val="111827"/>
      </a:accent5>
      <a:accent6>
        <a:srgbClr val="F8F3F2"/>
      </a:accent6>
      <a:hlink>
        <a:srgbClr val="111827"/>
      </a:hlink>
      <a:folHlink>
        <a:srgbClr val="111827"/>
      </a:folHlink>
    </a:clrScheme>
    <a:fontScheme name="Photography Portfolio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Presentation</dc:title>
  <ns2:created xsi:type="dcterms:W3CDTF"/>
  <ns2:modified xsi:type="dcterms:W3CDTF"/>
</ns0:coreProperties>
</file>