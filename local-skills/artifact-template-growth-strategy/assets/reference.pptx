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Masters/templateMaster.xml" ContentType="application/vnd.openxmlformats-officedocument.presentationml.slideMaster+xml"/>
  <Override PartName="/ppt/theme/templateTheme.xml" ContentType="application/vnd.openxmlformats-officedocument.theme+xml"/>
  <Override PartName="/ppt/slideLayouts/templateLayout1.xml" ContentType="application/vnd.openxmlformats-officedocument.presentationml.slideLayout+xml"/>
  <Override PartName="/ppt/slideLayouts/templateLayout2.xml" ContentType="application/vnd.openxmlformats-officedocument.presentationml.slideLayout+xml"/>
  <Override PartName="/ppt/slideLayouts/templateLayout3.xml" ContentType="application/vnd.openxmlformats-officedocument.presentationml.slideLayout+xml"/>
  <Override PartName="/ppt/slideLayouts/templateLayout4.xml" ContentType="application/vnd.openxmlformats-officedocument.presentationml.slideLayout+xml"/>
  <Override PartName="/ppt/slideLayouts/templateLayout5.xml" ContentType="application/vnd.openxmlformats-officedocument.presentationml.slideLayout+xml"/>
  <Override PartName="/ppt/slideLayouts/templateLayout6.xml" ContentType="application/vnd.openxmlformats-officedocument.presentationml.slideLayout+xml"/>
  <Override PartName="/ppt/media/image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db4088c842146ec" /><Relationship Type="http://schemas.openxmlformats.org/officeDocument/2006/relationships/extended-properties" Target="/docProps/app.xml" Id="R9d6cf68804ff4abd" /><Relationship Type="http://schemas.openxmlformats.org/officeDocument/2006/relationships/officeDocument" Target="/ppt/presentation.xml" Id="R61a1d3477b554fc2" /></Relationships>
</file>

<file path=ppt/presentation.xml><?xml version="1.0" encoding="utf-8"?>
<p:presentation xmlns:p="http://schemas.openxmlformats.org/presentationml/2006/main">
  <p:sldMasterIdLst>
    <p:sldMasterId xmlns:ns1="http://schemas.openxmlformats.org/officeDocument/2006/relationships" id="2147483648" ns1:id="rTemplateMaster"/>
  </p:sldMasterIdLst>
  <p:notesMasterIdLst>
    <p:notesMasterId xmlns:r="http://schemas.openxmlformats.org/officeDocument/2006/relationships" r:id="Rd646d563cf634edb"/>
  </p:notesMasterIdLst>
  <p:sldIdLst>
    <p:sldId xmlns:r="http://schemas.openxmlformats.org/officeDocument/2006/relationships" id="256" r:id="Rfaa09d0973c244e1"/>
    <p:sldId xmlns:r="http://schemas.openxmlformats.org/officeDocument/2006/relationships" id="257" r:id="R5f125b25cf744a2c"/>
    <p:sldId xmlns:r="http://schemas.openxmlformats.org/officeDocument/2006/relationships" id="258" r:id="Rfcd99c2c09304f30"/>
    <p:sldId xmlns:r="http://schemas.openxmlformats.org/officeDocument/2006/relationships" id="259" r:id="Rfddb76ee1b824c26"/>
    <p:sldId xmlns:r="http://schemas.openxmlformats.org/officeDocument/2006/relationships" id="260" r:id="R687765a876f84bf2"/>
    <p:sldId xmlns:r="http://schemas.openxmlformats.org/officeDocument/2006/relationships" id="261" r:id="R7b1ab0a43e6245f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Type="http://schemas.openxmlformats.org/officeDocument/2006/relationships/theme" Target="/ppt/theme/theme1.xml" Id="R3a6acccdef0e4b78"/><Relationship Type="http://schemas.openxmlformats.org/officeDocument/2006/relationships/notesMaster" Target="/ppt/notesMasters/notesMaster1.xml" Id="Rd646d563cf634edb"/><Relationship Type="http://schemas.openxmlformats.org/officeDocument/2006/relationships/presProps" Target="/ppt/presProps.xml" Id="R7c49cb7cccf0432f"/><Relationship Type="http://schemas.openxmlformats.org/officeDocument/2006/relationships/tableStyles" Target="/ppt/tableStyles.xml" Id="R7437a531844d4fa5"/><Relationship Type="http://schemas.openxmlformats.org/officeDocument/2006/relationships/slide" Target="/ppt/slides/slide1.xml" Id="Rfaa09d0973c244e1"/><Relationship Type="http://schemas.openxmlformats.org/officeDocument/2006/relationships/slide" Target="/ppt/slides/slide2.xml" Id="R5f125b25cf744a2c"/><Relationship Type="http://schemas.openxmlformats.org/officeDocument/2006/relationships/slide" Target="/ppt/slides/slide3.xml" Id="Rfcd99c2c09304f30"/><Relationship Type="http://schemas.openxmlformats.org/officeDocument/2006/relationships/slide" Target="/ppt/slides/slide4.xml" Id="Rfddb76ee1b824c26"/><Relationship Type="http://schemas.openxmlformats.org/officeDocument/2006/relationships/slide" Target="/ppt/slides/slide5.xml" Id="R687765a876f84bf2"/><Relationship Type="http://schemas.openxmlformats.org/officeDocument/2006/relationships/slide" Target="/ppt/slides/slide6.xml" Id="R7b1ab0a43e6245fb"/><Relationship Id="rTemplateMaster" Type="http://schemas.openxmlformats.org/officeDocument/2006/relationships/slideMaster" Target="slideMasters/templateMaster.xml"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97fe98a75124a9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f5e637beee949d9" /><Relationship Type="http://schemas.openxmlformats.org/officeDocument/2006/relationships/notesMaster" Target="/ppt/notesMasters/notesMaster1.xml" Id="Rac307480346044d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93c4404e7574ab4" /><Relationship Type="http://schemas.openxmlformats.org/officeDocument/2006/relationships/notesMaster" Target="/ppt/notesMasters/notesMaster1.xml" Id="Rd394fd8087154c6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b4ae9b6a5c24400" /><Relationship Type="http://schemas.openxmlformats.org/officeDocument/2006/relationships/notesMaster" Target="/ppt/notesMasters/notesMaster1.xml" Id="R75bec95a8358499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6f103ced13347c5" /><Relationship Type="http://schemas.openxmlformats.org/officeDocument/2006/relationships/notesMaster" Target="/ppt/notesMasters/notesMaster1.xml" Id="R9e9cea8d071b4a0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685341fa6b64629" /><Relationship Type="http://schemas.openxmlformats.org/officeDocument/2006/relationships/notesMaster" Target="/ppt/notesMasters/notesMaster1.xml" Id="Rc935847b0cb744e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a239376ee5c4b39" /><Relationship Type="http://schemas.openxmlformats.org/officeDocument/2006/relationships/notesMaster" Target="/ppt/notesMasters/notesMaster1.xml" Id="Rc20eaf9c019e445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templateLayout1.xml.rels><?xml version='1.0' encoding='UTF-8' standalone='yes'?>
<Relationships xmlns="http://schemas.openxmlformats.org/package/2006/relationships"><Relationship Type="http://schemas.openxmlformats.org/officeDocument/2006/relationships/image" Target="../media/image.png" Id="R999a49e8030e408a"/><Relationship Id="rTemplateMaster" Type="http://schemas.openxmlformats.org/officeDocument/2006/relationships/slideMaster" Target="../slideMasters/templateMaster.xml"/></Relationships>
</file>

<file path=ppt/slideLayouts/_rels/templateLayout2.xml.rels><?xml version='1.0' encoding='UTF-8' standalone='yes'?>
<Relationships xmlns="http://schemas.openxmlformats.org/package/2006/relationships"><Relationship Type="http://schemas.openxmlformats.org/officeDocument/2006/relationships/image" Target="../media/image2.png" Id="R851aa2f9dee1476e"/><Relationship Id="rTemplateMaster" Type="http://schemas.openxmlformats.org/officeDocument/2006/relationships/slideMaster" Target="../slideMasters/templateMaster.xml"/></Relationships>
</file>

<file path=ppt/slideLayouts/_rels/templateLayout3.xml.rels><?xml version='1.0' encoding='UTF-8' standalone='yes'?>
<Relationships xmlns="http://schemas.openxmlformats.org/package/2006/relationships"><Relationship Type="http://schemas.openxmlformats.org/officeDocument/2006/relationships/image" Target="../media/image3.png" Id="R7ca962fe735b489c"/><Relationship Id="rTemplateMaster" Type="http://schemas.openxmlformats.org/officeDocument/2006/relationships/slideMaster" Target="../slideMasters/templateMaster.xml"/></Relationships>
</file>

<file path=ppt/slideLayouts/_rels/templateLayout4.xml.rels><?xml version='1.0' encoding='UTF-8' standalone='yes'?>
<Relationships xmlns="http://schemas.openxmlformats.org/package/2006/relationships"><Relationship Type="http://schemas.openxmlformats.org/officeDocument/2006/relationships/image" Target="../media/image4.png" Id="R268e83ff87584b80"/><Relationship Id="rTemplateMaster" Type="http://schemas.openxmlformats.org/officeDocument/2006/relationships/slideMaster" Target="../slideMasters/templateMaster.xml"/></Relationships>
</file>

<file path=ppt/slideLayouts/_rels/templateLayout5.xml.rels><?xml version='1.0' encoding='UTF-8' standalone='yes'?>
<Relationships xmlns="http://schemas.openxmlformats.org/package/2006/relationships"><Relationship Id="rTemplateMaster" Type="http://schemas.openxmlformats.org/officeDocument/2006/relationships/slideMaster" Target="../slideMasters/templateMaster.xml"/></Relationships>
</file>

<file path=ppt/slideLayouts/_rels/templateLayout6.xml.rels><?xml version='1.0' encoding='UTF-8' standalone='yes'?>
<Relationships xmlns="http://schemas.openxmlformats.org/package/2006/relationships"><Relationship Type="http://schemas.openxmlformats.org/officeDocument/2006/relationships/image" Target="../media/image5.png" Id="Rda0f8346ae944f36"/><Relationship Id="rTemplateMaster" Type="http://schemas.openxmlformats.org/officeDocument/2006/relationships/slideMaster" Target="../slideMasters/templateMaster.xml"/></Relationships>
</file>

<file path=ppt/slideLayouts/templat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cust" preserve="1" showMasterSp="1" userDrawn="1">
  <p:cSld name="Growth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OWTH">
            <a:extLst>
              <a:ext uri="{FF2B5EF4-FFF2-40B4-BE49-F238E27FC236}">
                <a16:creationId xmlns:a16="http://schemas.microsoft.com/office/drawing/2014/main" id="{E7BE5894-5210-4028-A72C-F90D97590FD4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2125504" y="2253959"/>
            <a:ext cx="7940993" cy="19202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91440" rIns="91440" tIns="45720" bIns="45720">
            <a:spAutoFit/>
          </a:bodyPr>
          <a:lstStyle>
            <a:defPPr algn="ctr">
              <a:defRPr sz="12000" b="1" i="0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defPPr>
            <a:lvl1pPr algn="ctr" marL="0" indent="0">
              <a:lnSpc>
                <a:spcPct val="100000"/>
              </a:lnSpc>
              <a:buNone/>
              <a:defRPr sz="12000" b="1" i="0" u="none">
                <a:solidFill>
                  <a:srgbClr val="FFFFFF">
                    <a:alpha val="100000"/>
                  </a:srgbClr>
                </a:solidFill>
                <a:latin typeface="Verdana"/>
                <a:ea typeface="Verdana"/>
                <a:cs typeface="Verdana"/>
              </a:defRPr>
            </a:lvl1pPr>
          </a:lstStyle>
          <a:p>
            <a:pPr marL="0" indent="0" algn="ctr">
              <a:lnSpc>
                <a:spcPct val="100000"/>
              </a:lnSpc>
              <a:buNone/>
            </a:pPr>
            <a:r>
              <a:rPr sz="12000" b="1" i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Click to add title</a:t>
            </a:r>
          </a:p>
        </p:txBody>
      </p:sp>
      <p:sp>
        <p:nvSpPr>
          <p:cNvPr id="3" name="Navigating Luma Studio's next chapter">
            <a:extLst>
              <a:ext uri="{FF2B5EF4-FFF2-40B4-BE49-F238E27FC236}">
                <a16:creationId xmlns:a16="http://schemas.microsoft.com/office/drawing/2014/main" id="{6BA3333F-D8E5-4204-A63C-811B641050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40823" y="3975270"/>
            <a:ext cx="4110355" cy="3657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91440" rIns="91440" tIns="45720" bIns="45720">
            <a:spAutoFit/>
          </a:bodyPr>
          <a:lstStyle>
            <a:defPPr>
              <a:defRPr sz="1800" b="0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defPPr>
            <a:lvl1pPr marL="0" indent="0" algn="l">
              <a:lnSpc>
                <a:spcPct val="100000"/>
              </a:lnSpc>
              <a:buNone/>
              <a:defRPr sz="1800" b="0" i="0" u="none">
                <a:solidFill>
                  <a:srgbClr val="FFFFFF">
                    <a:alpha val="100000"/>
                  </a:srgbClr>
                </a:solidFill>
                <a:latin typeface="Georgia"/>
                <a:ea typeface="Georgia"/>
                <a:cs typeface="Georgia"/>
              </a:defRPr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sz="1800" b="0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Click to add text</a:t>
            </a:r>
          </a:p>
        </p:txBody>
      </p:sp>
      <p:pic>
        <p:nvPicPr>
          <p:cNvPr id="4" name="">
            <a:extLst>
              <a:ext uri="{FF2B5EF4-FFF2-40B4-BE49-F238E27FC236}">
                <a16:creationId xmlns:a16="http://schemas.microsoft.com/office/drawing/2014/main" id="{19E4E6B7-DB63-4695-B013-C88A03011197}"/>
              </a:ext>
            </a:extLst>
          </p:cNvPr>
          <p:cNvPicPr>
            <a:picLocks noChangeAspect="1"/>
          </p:cNvPicPr>
          <p:nvPr/>
        </p:nvPicPr>
        <p:blipFill>
          <a:blip r:embed="R999a49e8030e408a">
            <a:alphaModFix amt="40000"/>
          </a:blip>
          <a:stretch/>
        </p:blipFill>
        <p:spPr>
          <a:xfrm>
            <a:off x="2788220" y="297951"/>
            <a:ext cx="6615559" cy="60457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templateLayout2.xml><?xml version="1.0" encoding="utf-8"?>
<p:sldLayout xmlns:p="http://schemas.openxmlformats.org/presentationml/2006/main" xmlns:a="http://schemas.openxmlformats.org/drawingml/2006/main" xmlns:r="http://schemas.openxmlformats.org/officeDocument/2006/relationships" type="cust" preserve="1" showMasterSp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genda">
            <a:extLst>
              <a:ext uri="{FF2B5EF4-FFF2-40B4-BE49-F238E27FC236}">
                <a16:creationId xmlns:a16="http://schemas.microsoft.com/office/drawing/2014/main" id="{A6D65255-5488-4717-B658-B7D148376CC2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644048" y="1327097"/>
            <a:ext cx="2689542" cy="8915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91440" rIns="91440" tIns="45720" bIns="45720">
            <a:spAutoFit/>
          </a:bodyPr>
          <a:lstStyle>
            <a:defPPr>
              <a:defRPr sz="5250" b="1" i="0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defPPr>
            <a:lvl1pPr marL="0" indent="0" algn="l">
              <a:lnSpc>
                <a:spcPct val="100000"/>
              </a:lnSpc>
              <a:buNone/>
              <a:defRPr sz="5250" b="0" i="0" u="none">
                <a:solidFill>
                  <a:srgbClr val="FFFFFF">
                    <a:alpha val="100000"/>
                  </a:srgbClr>
                </a:solidFill>
                <a:latin typeface="Verdana"/>
                <a:ea typeface="Verdana"/>
                <a:cs typeface="Verdana"/>
              </a:defRPr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sz="5250" b="0" i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Click to add title</a:t>
            </a:r>
          </a:p>
        </p:txBody>
      </p:sp>
      <p:sp>
        <p:nvSpPr>
          <p:cNvPr id="3" name="1.  Scaling what works">
            <a:extLst>
              <a:ext uri="{FF2B5EF4-FFF2-40B4-BE49-F238E27FC236}">
                <a16:creationId xmlns:a16="http://schemas.microsoft.com/office/drawing/2014/main" id="{444DA85F-3EDD-4C9C-A6A3-4AF5177185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168" y="2452424"/>
            <a:ext cx="3419792" cy="5029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91440" rIns="91440" tIns="45720" bIns="45720">
            <a:spAutoFit/>
          </a:bodyPr>
          <a:lstStyle>
            <a:defPPr>
              <a:defRPr sz="2700" b="0" i="0">
                <a:solidFill>
                  <a:srgbClr val="FFFFFF">
                    <a:alpha val="70000"/>
                  </a:srgbClr>
                </a:solidFill>
                <a:latin typeface="Georgia"/>
                <a:ea typeface="Georgia"/>
                <a:cs typeface="Georgia"/>
              </a:defRPr>
            </a:defPPr>
            <a:lvl1pPr marL="0" indent="0" algn="l">
              <a:lnSpc>
                <a:spcPct val="100000"/>
              </a:lnSpc>
              <a:buNone/>
              <a:defRPr sz="2700" b="0" i="0" u="none">
                <a:solidFill>
                  <a:srgbClr val="FFFFFF">
                    <a:alpha val="70000"/>
                  </a:srgbClr>
                </a:solidFill>
                <a:latin typeface="Georgia"/>
                <a:ea typeface="Georgia"/>
                <a:cs typeface="Georgia"/>
              </a:defRPr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sz="2700" b="0" i="0">
                <a:solidFill>
                  <a:srgbClr val="FFFFFF">
                    <a:alpha val="70000"/>
                  </a:srgbClr>
                </a:solidFill>
                <a:latin typeface="Georgia"/>
                <a:ea typeface="Georgia"/>
                <a:cs typeface="Georgia"/>
              </a:rPr>
              <a:t>Click to add text</a:t>
            </a:r>
            <a:r>
              <a:rPr sz="2700" b="0" i="0" u="none" baseline="0">
                <a:highlight>
                  <a:srgbClr val="000000">
                    <a:alpha val="0"/>
                  </a:srgbClr>
                </a:highlight>
              </a:rPr>
              <a:t/>
            </a:r>
          </a:p>
        </p:txBody>
      </p:sp>
      <p:sp>
        <p:nvSpPr>
          <p:cNvPr id="4" name="2.  Ambition into action">
            <a:extLst>
              <a:ext uri="{FF2B5EF4-FFF2-40B4-BE49-F238E27FC236}">
                <a16:creationId xmlns:a16="http://schemas.microsoft.com/office/drawing/2014/main" id="{2E737AEB-8BDC-45A9-8726-F02001140C7F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97903" y="3001064"/>
            <a:ext cx="3686493" cy="5029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91440" rIns="91440" tIns="45720" bIns="45720">
            <a:spAutoFit/>
          </a:bodyPr>
          <a:lstStyle>
            <a:defPPr>
              <a:defRPr sz="2700" b="0" i="0">
                <a:solidFill>
                  <a:srgbClr val="FFFFFF">
                    <a:alpha val="70000"/>
                  </a:srgbClr>
                </a:solidFill>
                <a:latin typeface="Georgia"/>
                <a:ea typeface="Georgia"/>
                <a:cs typeface="Georgia"/>
              </a:defRPr>
            </a:defPPr>
            <a:lvl1pPr marL="0" indent="0" algn="l">
              <a:lnSpc>
                <a:spcPct val="100000"/>
              </a:lnSpc>
              <a:buNone/>
              <a:defRPr sz="2700" b="0" i="0" u="none">
                <a:solidFill>
                  <a:srgbClr val="FFFFFF">
                    <a:alpha val="70000"/>
                  </a:srgbClr>
                </a:solidFill>
                <a:latin typeface="Georgia"/>
                <a:ea typeface="Georgia"/>
                <a:cs typeface="Georgia"/>
              </a:defRPr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sz="2700" b="0" i="0">
                <a:solidFill>
                  <a:srgbClr val="FFFFFF">
                    <a:alpha val="70000"/>
                  </a:srgbClr>
                </a:solidFill>
                <a:latin typeface="Georgia"/>
                <a:ea typeface="Georgia"/>
                <a:cs typeface="Georgia"/>
              </a:rPr>
              <a:t>Click to add text</a:t>
            </a:r>
            <a:r>
              <a:rPr sz="2700" b="0" i="0" u="none" baseline="0">
                <a:highlight>
                  <a:srgbClr val="000000">
                    <a:alpha val="0"/>
                  </a:srgbClr>
                </a:highlight>
              </a:rPr>
              <a:t/>
            </a:r>
          </a:p>
        </p:txBody>
      </p:sp>
      <p:sp>
        <p:nvSpPr>
          <p:cNvPr id="5" name="3.  Strengthening our foundation">
            <a:extLst>
              <a:ext uri="{FF2B5EF4-FFF2-40B4-BE49-F238E27FC236}">
                <a16:creationId xmlns:a16="http://schemas.microsoft.com/office/drawing/2014/main" id="{E66C52B1-0C69-420A-ADCA-25EB9135D2D7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700270" y="3549704"/>
            <a:ext cx="5062855" cy="5029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91440" rIns="91440" tIns="45720" bIns="45720">
            <a:spAutoFit/>
          </a:bodyPr>
          <a:lstStyle>
            <a:defPPr>
              <a:defRPr sz="2700" b="0" i="0">
                <a:solidFill>
                  <a:srgbClr val="FFFFFF">
                    <a:alpha val="70000"/>
                  </a:srgbClr>
                </a:solidFill>
                <a:latin typeface="Georgia"/>
                <a:ea typeface="Georgia"/>
                <a:cs typeface="Georgia"/>
              </a:defRPr>
            </a:defPPr>
            <a:lvl1pPr marL="0" indent="0" algn="l">
              <a:lnSpc>
                <a:spcPct val="100000"/>
              </a:lnSpc>
              <a:buNone/>
              <a:defRPr sz="2700" b="0" i="0" u="none">
                <a:solidFill>
                  <a:srgbClr val="FFFFFF">
                    <a:alpha val="70000"/>
                  </a:srgbClr>
                </a:solidFill>
                <a:latin typeface="Georgia"/>
                <a:ea typeface="Georgia"/>
                <a:cs typeface="Georgia"/>
              </a:defRPr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sz="2700" b="0" i="0">
                <a:solidFill>
                  <a:srgbClr val="FFFFFF">
                    <a:alpha val="70000"/>
                  </a:srgbClr>
                </a:solidFill>
                <a:latin typeface="Georgia"/>
                <a:ea typeface="Georgia"/>
                <a:cs typeface="Georgia"/>
              </a:rPr>
              <a:t>Click to add text</a:t>
            </a:r>
            <a:r>
              <a:rPr sz="2700" b="0" i="0" u="none" spc="0" baseline="0">
                <a:solidFill>
                  <a:srgbClr val="FFFFFF">
                    <a:alpha val="70196"/>
                  </a:srgbClr>
                </a:solidFill>
                <a:highlight>
                  <a:srgbClr val="000000">
                    <a:alpha val="0"/>
                  </a:srgbClr>
                </a:highlight>
                <a:latin typeface="Georgia"/>
                <a:ea typeface="Georgia"/>
                <a:cs typeface="Georgia"/>
              </a:rPr>
              <a:t/>
            </a:r>
          </a:p>
        </p:txBody>
      </p:sp>
      <p:sp>
        <p:nvSpPr>
          <p:cNvPr id="6" name="4.  The next frontier">
            <a:extLst>
              <a:ext uri="{FF2B5EF4-FFF2-40B4-BE49-F238E27FC236}">
                <a16:creationId xmlns:a16="http://schemas.microsoft.com/office/drawing/2014/main" id="{F3F26BCF-B87C-48FE-856A-0DF4A3D6C960}"/>
              </a:ext>
            </a:extLst>
          </p:cNvPr>
          <p:cNvSpPr>
            <a:spLocks noGrp="1"/>
          </p:cNvSpPr>
          <p:nvPr>
            <p:ph type="body" idx="4"/>
          </p:nvPr>
        </p:nvSpPr>
        <p:spPr>
          <a:xfrm>
            <a:off x="700270" y="4098344"/>
            <a:ext cx="3116580" cy="5029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91440" rIns="91440" tIns="45720" bIns="45720">
            <a:spAutoFit/>
          </a:bodyPr>
          <a:lstStyle>
            <a:defPPr>
              <a:defRPr sz="2700" b="0" i="0">
                <a:solidFill>
                  <a:srgbClr val="FFFFFF">
                    <a:alpha val="70000"/>
                  </a:srgbClr>
                </a:solidFill>
                <a:latin typeface="Georgia"/>
                <a:ea typeface="Georgia"/>
                <a:cs typeface="Georgia"/>
              </a:defRPr>
            </a:defPPr>
            <a:lvl1pPr marL="0" indent="0" algn="l">
              <a:lnSpc>
                <a:spcPct val="100000"/>
              </a:lnSpc>
              <a:buNone/>
              <a:defRPr sz="2700" b="0" i="0" u="none">
                <a:solidFill>
                  <a:srgbClr val="FFFFFF">
                    <a:alpha val="70000"/>
                  </a:srgbClr>
                </a:solidFill>
                <a:latin typeface="Georgia"/>
                <a:ea typeface="Georgia"/>
                <a:cs typeface="Georgia"/>
              </a:defRPr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sz="2700" b="0" i="0">
                <a:solidFill>
                  <a:srgbClr val="FFFFFF">
                    <a:alpha val="70000"/>
                  </a:srgbClr>
                </a:solidFill>
                <a:latin typeface="Georgia"/>
                <a:ea typeface="Georgia"/>
                <a:cs typeface="Georgia"/>
              </a:rPr>
              <a:t>Click to add text</a:t>
            </a:r>
            <a:r>
              <a:rPr sz="2700" b="0" i="0" u="none" baseline="0">
                <a:highlight>
                  <a:srgbClr val="000000">
                    <a:alpha val="0"/>
                  </a:srgbClr>
                </a:highlight>
              </a:rPr>
              <a:t/>
            </a:r>
          </a:p>
        </p:txBody>
      </p:sp>
      <p:sp>
        <p:nvSpPr>
          <p:cNvPr id="7" name="5.  Growth without limits">
            <a:extLst>
              <a:ext uri="{FF2B5EF4-FFF2-40B4-BE49-F238E27FC236}">
                <a16:creationId xmlns:a16="http://schemas.microsoft.com/office/drawing/2014/main" id="{607D69A3-93A0-4095-B21F-38AA590A4A41}"/>
              </a:ext>
            </a:extLst>
          </p:cNvPr>
          <p:cNvSpPr>
            <a:spLocks noGrp="1"/>
          </p:cNvSpPr>
          <p:nvPr>
            <p:ph type="body" idx="5"/>
          </p:nvPr>
        </p:nvSpPr>
        <p:spPr>
          <a:xfrm>
            <a:off x="709690" y="4646983"/>
            <a:ext cx="3886517" cy="5029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91440" rIns="91440" tIns="45720" bIns="45720">
            <a:spAutoFit/>
          </a:bodyPr>
          <a:lstStyle>
            <a:defPPr>
              <a:defRPr sz="2700" b="0" i="0">
                <a:solidFill>
                  <a:srgbClr val="FFFFFF">
                    <a:alpha val="70000"/>
                  </a:srgbClr>
                </a:solidFill>
                <a:latin typeface="Georgia"/>
                <a:ea typeface="Georgia"/>
                <a:cs typeface="Georgia"/>
              </a:defRPr>
            </a:defPPr>
            <a:lvl1pPr marL="0" indent="0" algn="l">
              <a:lnSpc>
                <a:spcPct val="100000"/>
              </a:lnSpc>
              <a:buNone/>
              <a:defRPr sz="2700" b="0" i="0" u="none">
                <a:solidFill>
                  <a:srgbClr val="FFFFFF">
                    <a:alpha val="70000"/>
                  </a:srgbClr>
                </a:solidFill>
                <a:latin typeface="Georgia"/>
                <a:ea typeface="Georgia"/>
                <a:cs typeface="Georgia"/>
              </a:defRPr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sz="2700" b="0" i="0">
                <a:solidFill>
                  <a:srgbClr val="FFFFFF">
                    <a:alpha val="70000"/>
                  </a:srgbClr>
                </a:solidFill>
                <a:latin typeface="Georgia"/>
                <a:ea typeface="Georgia"/>
                <a:cs typeface="Georgia"/>
              </a:rPr>
              <a:t>Click to add text</a:t>
            </a:r>
            <a:r>
              <a:rPr sz="2700" b="0" i="0" u="none" baseline="0">
                <a:highlight>
                  <a:srgbClr val="000000">
                    <a:alpha val="0"/>
                  </a:srgbClr>
                </a:highlight>
              </a:rPr>
              <a:t/>
            </a:r>
          </a:p>
        </p:txBody>
      </p:sp>
      <p:pic>
        <p:nvPicPr>
          <p:cNvPr id="8" name="">
            <a:extLst>
              <a:ext uri="{FF2B5EF4-FFF2-40B4-BE49-F238E27FC236}">
                <a16:creationId xmlns:a16="http://schemas.microsoft.com/office/drawing/2014/main" id="{B59E982C-3077-481B-A848-8274CF17419C}"/>
              </a:ext>
            </a:extLst>
          </p:cNvPr>
          <p:cNvPicPr>
            <a:picLocks noChangeAspect="1"/>
          </p:cNvPicPr>
          <p:nvPr/>
        </p:nvPicPr>
        <p:blipFill>
          <a:blip r:embed="R851aa2f9dee1476e">
            <a:alphaModFix amt="40000"/>
          </a:blip>
          <a:stretch/>
        </p:blipFill>
        <p:spPr>
          <a:xfrm>
            <a:off x="6111694" y="695987"/>
            <a:ext cx="8404911" cy="8404911"/>
          </a:xfrm>
          <a:prstGeom prst="rect">
            <a:avLst/>
          </a:prstGeom>
        </p:spPr>
      </p:pic>
    </p:spTree>
  </p:cSld>
  <p:clrMapOvr>
    <a:masterClrMapping/>
  </p:clrMapOvr>
</p:sldLayout>
</file>

<file path=ppt/slideLayouts/templateLayout3.xml><?xml version="1.0" encoding="utf-8"?>
<p:sldLayout xmlns:p="http://schemas.openxmlformats.org/presentationml/2006/main" xmlns:a="http://schemas.openxmlformats.org/drawingml/2006/main" xmlns:r="http://schemas.openxmlformats.org/officeDocument/2006/relationships" type="cust" preserve="1" showMasterSp="1" userDrawn="1">
  <p:cSld name="Scaling What Wor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caling what works">
            <a:extLst>
              <a:ext uri="{FF2B5EF4-FFF2-40B4-BE49-F238E27FC236}">
                <a16:creationId xmlns:a16="http://schemas.microsoft.com/office/drawing/2014/main" id="{A6D65255-5488-4717-B658-B7D148376CC2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5802916" y="1740494"/>
            <a:ext cx="5333749" cy="6629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40" rIns="91440" tIns="45720" bIns="45720">
            <a:spAutoFit/>
          </a:bodyPr>
          <a:lstStyle>
            <a:defPPr>
              <a:defRPr sz="3750" b="1" i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defPPr>
            <a:lvl1pPr marL="0" indent="0" algn="l">
              <a:lnSpc>
                <a:spcPct val="100000"/>
              </a:lnSpc>
              <a:defRPr sz="3750" b="0" i="1" u="none" spc="0" baseline="0">
                <a:solidFill>
                  <a:srgbClr val="FFFFFF">
                    <a:alpha val="100000"/>
                  </a:srgbClr>
                </a:solidFill>
                <a:highlight>
                  <a:srgbClr val="000000">
                    <a:alpha val="0"/>
                  </a:srgbClr>
                </a:highlight>
                <a:latin typeface="Verdana"/>
                <a:ea typeface="Verdana"/>
                <a:cs typeface="Verdana"/>
              </a:defRPr>
            </a:lvl1pPr>
          </a:lstStyle>
          <a:p>
            <a:pPr marL="0" indent="0">
              <a:lnSpc>
                <a:spcPct val="100000"/>
              </a:lnSpc>
            </a:pPr>
            <a:r>
              <a:rPr sz="3750" b="0" i="1" u="none" spc="0" baseline="0">
                <a:solidFill>
                  <a:srgbClr val="FFFFFF"/>
                </a:solidFill>
                <a:highlight>
                  <a:srgbClr val="000000">
                    <a:alpha val="0"/>
                  </a:srgbClr>
                </a:highlight>
                <a:latin typeface="Verdana"/>
                <a:ea typeface="Verdana"/>
                <a:cs typeface="Verdana"/>
              </a:rPr>
              <a:t>Click to add title</a:t>
            </a:r>
          </a:p>
        </p:txBody>
      </p:sp>
      <p:sp>
        <p:nvSpPr>
          <p:cNvPr id="3" name="We're building on our strongest successes to acc…">
            <a:extLst>
              <a:ext uri="{FF2B5EF4-FFF2-40B4-BE49-F238E27FC236}">
                <a16:creationId xmlns:a16="http://schemas.microsoft.com/office/drawing/2014/main" id="{444DA85F-3EDD-4C9C-A6A3-4AF5177185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02916" y="2622144"/>
            <a:ext cx="5335905" cy="11887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40" rIns="91440" tIns="45720" bIns="45720">
            <a:spAutoFit/>
          </a:bodyPr>
          <a:lstStyle>
            <a:defPPr>
              <a:defRPr sz="2400" b="0" i="0">
                <a:solidFill>
                  <a:srgbClr val="FFFFFF">
                    <a:alpha val="70200"/>
                  </a:srgbClr>
                </a:solidFill>
                <a:latin typeface="Georgia"/>
                <a:ea typeface="Georgia"/>
                <a:cs typeface="Georgia"/>
              </a:defRPr>
            </a:defPPr>
            <a:lvl1pPr algn="l">
              <a:lnSpc>
                <a:spcPct val="100000"/>
              </a:lnSpc>
              <a:defRPr sz="2400" b="0" i="0" u="none" baseline="0">
                <a:solidFill>
                  <a:srgbClr val="FFFFFF">
                    <a:alpha val="70200"/>
                  </a:srgbClr>
                </a:solidFill>
                <a:latin typeface="Georgia"/>
                <a:ea typeface="Georgia"/>
                <a:cs typeface="Georgia"/>
                <a:highlight>
                  <a:srgbClr val="000000">
                    <a:alpha val="0"/>
                  </a:srgbClr>
                </a:highlight>
              </a:defRPr>
            </a:lvl1pPr>
          </a:lstStyle>
          <a:p>
            <a:pPr>
              <a:lnSpc>
                <a:spcPct val="100000"/>
              </a:lnSpc>
            </a:pPr>
            <a:r>
              <a:rPr b="0" i="0" u="none" baseline="0">
                <a:highlight>
                  <a:srgbClr val="000000">
                    <a:alpha val="0"/>
                  </a:srgbClr>
                </a:highlight>
              </a:rPr>
              <a:t>Click to add text</a:t>
            </a:r>
          </a:p>
        </p:txBody>
      </p:sp>
      <p:sp>
        <p:nvSpPr>
          <p:cNvPr id="4" name="By focusing on proven opportunities, we're turni…">
            <a:extLst>
              <a:ext uri="{FF2B5EF4-FFF2-40B4-BE49-F238E27FC236}">
                <a16:creationId xmlns:a16="http://schemas.microsoft.com/office/drawing/2014/main" id="{6375C5FD-7F24-4B32-9557-8633E7D34BB3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5802916" y="4014334"/>
            <a:ext cx="5335905" cy="11887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40" rIns="91440" tIns="45720" bIns="45720">
            <a:spAutoFit/>
          </a:bodyPr>
          <a:lstStyle>
            <a:defPPr>
              <a:defRPr sz="2400" b="0" i="0">
                <a:solidFill>
                  <a:srgbClr val="FFFFFF">
                    <a:alpha val="70200"/>
                  </a:srgbClr>
                </a:solidFill>
                <a:latin typeface="Georgia"/>
                <a:ea typeface="Georgia"/>
                <a:cs typeface="Georgia"/>
              </a:defRPr>
            </a:defPPr>
            <a:lvl1pPr algn="l">
              <a:lnSpc>
                <a:spcPct val="100000"/>
              </a:lnSpc>
              <a:defRPr sz="2400" b="0" i="0" u="none" spc="0" baseline="0">
                <a:solidFill>
                  <a:srgbClr val="FFFFFF">
                    <a:alpha val="70196"/>
                  </a:srgbClr>
                </a:solidFill>
                <a:highlight>
                  <a:srgbClr val="000000">
                    <a:alpha val="0"/>
                  </a:srgbClr>
                </a:highlight>
                <a:latin typeface="Georgia"/>
                <a:ea typeface="Georgia"/>
                <a:cs typeface="Georgia"/>
              </a:defRPr>
            </a:lvl1pPr>
          </a:lstStyle>
          <a:p>
            <a:pPr>
              <a:lnSpc>
                <a:spcPct val="100000"/>
              </a:lnSpc>
            </a:pPr>
            <a:r>
              <a:rPr sz="2400" b="0" i="0" u="none" spc="0" baseline="0">
                <a:solidFill>
                  <a:srgbClr val="FFFFFF">
                    <a:alpha val="70196"/>
                  </a:srgbClr>
                </a:solidFill>
                <a:highlight>
                  <a:srgbClr val="000000">
                    <a:alpha val="0"/>
                  </a:srgbClr>
                </a:highlight>
                <a:latin typeface="Georgia"/>
                <a:ea typeface="Georgia"/>
                <a:cs typeface="Georgia"/>
              </a:rPr>
              <a:t>Click to add text</a:t>
            </a:r>
          </a:p>
        </p:txBody>
      </p:sp>
      <p:pic>
        <p:nvPicPr>
          <p:cNvPr id="5" name="">
            <a:extLst>
              <a:ext uri="{FF2B5EF4-FFF2-40B4-BE49-F238E27FC236}">
                <a16:creationId xmlns:a16="http://schemas.microsoft.com/office/drawing/2014/main" id="{727799F7-A741-492E-A662-AFFB90762309}"/>
              </a:ext>
            </a:extLst>
          </p:cNvPr>
          <p:cNvPicPr>
            <a:picLocks noChangeAspect="1"/>
          </p:cNvPicPr>
          <p:nvPr/>
        </p:nvPicPr>
        <p:blipFill>
          <a:blip r:embed="R7ca962fe735b489c">
            <a:alphaModFix amt="50000"/>
          </a:blip>
          <a:stretch/>
        </p:blipFill>
        <p:spPr>
          <a:xfrm>
            <a:off x="764282" y="1345152"/>
            <a:ext cx="4509920" cy="4509920"/>
          </a:xfrm>
          <a:prstGeom prst="rect">
            <a:avLst/>
          </a:prstGeom>
        </p:spPr>
      </p:pic>
    </p:spTree>
  </p:cSld>
  <p:clrMapOvr>
    <a:masterClrMapping/>
  </p:clrMapOvr>
</p:sldLayout>
</file>

<file path=ppt/slideLayouts/templateLayout4.xml><?xml version="1.0" encoding="utf-8"?>
<p:sldLayout xmlns:p="http://schemas.openxmlformats.org/presentationml/2006/main" xmlns:a="http://schemas.openxmlformats.org/drawingml/2006/main" xmlns:r="http://schemas.openxmlformats.org/officeDocument/2006/relationships" type="cust" preserve="1" showMasterSp="1" userDrawn="1">
  <p:cSld name="Ambition into A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mbition into action">
            <a:extLst>
              <a:ext uri="{FF2B5EF4-FFF2-40B4-BE49-F238E27FC236}">
                <a16:creationId xmlns:a16="http://schemas.microsoft.com/office/drawing/2014/main" id="{A6D65255-5488-4717-B658-B7D148376CC2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945166" y="1744855"/>
            <a:ext cx="5333749" cy="6629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40" rIns="91440" tIns="45720" bIns="45720">
            <a:spAutoFit/>
          </a:bodyPr>
          <a:lstStyle>
            <a:defPPr>
              <a:defRPr sz="3750" b="1" i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defPPr>
            <a:lvl1pPr marL="0" indent="0" algn="l">
              <a:lnSpc>
                <a:spcPct val="100000"/>
              </a:lnSpc>
              <a:defRPr sz="3750" b="0" i="1" u="none" spc="0" baseline="0">
                <a:solidFill>
                  <a:srgbClr val="FFFFFF">
                    <a:alpha val="100000"/>
                  </a:srgbClr>
                </a:solidFill>
                <a:highlight>
                  <a:srgbClr val="000000">
                    <a:alpha val="0"/>
                  </a:srgbClr>
                </a:highlight>
                <a:latin typeface="Verdana"/>
                <a:ea typeface="Verdana"/>
                <a:cs typeface="Verdana"/>
              </a:defRPr>
            </a:lvl1pPr>
          </a:lstStyle>
          <a:p>
            <a:pPr marL="0" indent="0">
              <a:lnSpc>
                <a:spcPct val="100000"/>
              </a:lnSpc>
            </a:pPr>
            <a:r>
              <a:rPr sz="3750" b="0" i="1" u="none" spc="0" baseline="0">
                <a:solidFill>
                  <a:srgbClr val="FFFFFF"/>
                </a:solidFill>
                <a:highlight>
                  <a:srgbClr val="000000">
                    <a:alpha val="0"/>
                  </a:srgbClr>
                </a:highlight>
                <a:latin typeface="Verdana"/>
                <a:ea typeface="Verdana"/>
                <a:cs typeface="Verdana"/>
              </a:rPr>
              <a:t>Click to add title</a:t>
            </a:r>
          </a:p>
        </p:txBody>
      </p:sp>
      <p:sp>
        <p:nvSpPr>
          <p:cNvPr id="3" name="Our vision for 2027 is bold, focused, and ground…">
            <a:extLst>
              <a:ext uri="{FF2B5EF4-FFF2-40B4-BE49-F238E27FC236}">
                <a16:creationId xmlns:a16="http://schemas.microsoft.com/office/drawing/2014/main" id="{444DA85F-3EDD-4C9C-A6A3-4AF5177185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45166" y="2622144"/>
            <a:ext cx="5335905" cy="11887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40" rIns="91440" tIns="45720" bIns="45720">
            <a:spAutoFit/>
          </a:bodyPr>
          <a:lstStyle>
            <a:defPPr>
              <a:defRPr sz="2400" b="0" i="0">
                <a:solidFill>
                  <a:srgbClr val="FFFFFF">
                    <a:alpha val="70200"/>
                  </a:srgbClr>
                </a:solidFill>
                <a:latin typeface="Georgia"/>
                <a:ea typeface="Georgia"/>
                <a:cs typeface="Georgia"/>
              </a:defRPr>
            </a:defPPr>
            <a:lvl1pPr algn="l">
              <a:lnSpc>
                <a:spcPct val="100000"/>
              </a:lnSpc>
              <a:defRPr sz="2400" b="0" i="0" u="none" baseline="0">
                <a:solidFill>
                  <a:srgbClr val="FFFFFF">
                    <a:alpha val="70200"/>
                  </a:srgbClr>
                </a:solidFill>
                <a:latin typeface="Georgia"/>
                <a:ea typeface="Georgia"/>
                <a:cs typeface="Georgia"/>
                <a:highlight>
                  <a:srgbClr val="000000">
                    <a:alpha val="0"/>
                  </a:srgbClr>
                </a:highlight>
              </a:defRPr>
            </a:lvl1pPr>
          </a:lstStyle>
          <a:p>
            <a:pPr>
              <a:lnSpc>
                <a:spcPct val="100000"/>
              </a:lnSpc>
            </a:pPr>
            <a:r>
              <a:rPr b="0" i="0" u="none" baseline="0">
                <a:highlight>
                  <a:srgbClr val="000000">
                    <a:alpha val="0"/>
                  </a:srgbClr>
                </a:highlight>
              </a:rPr>
              <a:t>Click to add text</a:t>
            </a:r>
          </a:p>
        </p:txBody>
      </p:sp>
      <p:sp>
        <p:nvSpPr>
          <p:cNvPr id="4" name="Through strategic investments and disciplined ex…">
            <a:extLst>
              <a:ext uri="{FF2B5EF4-FFF2-40B4-BE49-F238E27FC236}">
                <a16:creationId xmlns:a16="http://schemas.microsoft.com/office/drawing/2014/main" id="{6375C5FD-7F24-4B32-9557-8633E7D34BB3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945166" y="4014334"/>
            <a:ext cx="5335905" cy="15544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40" rIns="91440" tIns="45720" bIns="45720">
            <a:spAutoFit/>
          </a:bodyPr>
          <a:lstStyle>
            <a:defPPr>
              <a:defRPr sz="2400" b="0" i="0">
                <a:solidFill>
                  <a:srgbClr val="FFFFFF">
                    <a:alpha val="70200"/>
                  </a:srgbClr>
                </a:solidFill>
                <a:latin typeface="Georgia"/>
                <a:ea typeface="Georgia"/>
                <a:cs typeface="Georgia"/>
              </a:defRPr>
            </a:defPPr>
            <a:lvl1pPr algn="l">
              <a:lnSpc>
                <a:spcPct val="100000"/>
              </a:lnSpc>
              <a:defRPr sz="2400" b="0" i="0" u="none" baseline="0">
                <a:solidFill>
                  <a:srgbClr val="FFFFFF">
                    <a:alpha val="70200"/>
                  </a:srgbClr>
                </a:solidFill>
                <a:latin typeface="Georgia"/>
                <a:ea typeface="Georgia"/>
                <a:cs typeface="Georgia"/>
                <a:highlight>
                  <a:srgbClr val="000000">
                    <a:alpha val="0"/>
                  </a:srgbClr>
                </a:highlight>
              </a:defRPr>
            </a:lvl1pPr>
          </a:lstStyle>
          <a:p>
            <a:pPr>
              <a:lnSpc>
                <a:spcPct val="100000"/>
              </a:lnSpc>
            </a:pPr>
            <a:r>
              <a:rPr b="0" i="0" u="none" baseline="0">
                <a:highlight>
                  <a:srgbClr val="000000">
                    <a:alpha val="0"/>
                  </a:srgbClr>
                </a:highlight>
              </a:rPr>
              <a:t>Click to add text</a:t>
            </a:r>
          </a:p>
        </p:txBody>
      </p:sp>
      <p:pic>
        <p:nvPicPr>
          <p:cNvPr id="5" name="">
            <a:extLst>
              <a:ext uri="{FF2B5EF4-FFF2-40B4-BE49-F238E27FC236}">
                <a16:creationId xmlns:a16="http://schemas.microsoft.com/office/drawing/2014/main" id="{41F04A02-42A4-496A-890A-249136BC1051}"/>
              </a:ext>
            </a:extLst>
          </p:cNvPr>
          <p:cNvPicPr>
            <a:picLocks noChangeAspect="1"/>
          </p:cNvPicPr>
          <p:nvPr/>
        </p:nvPicPr>
        <p:blipFill>
          <a:blip r:embed="R268e83ff87584b80">
            <a:alphaModFix amt="50000"/>
          </a:blip>
          <a:stretch/>
        </p:blipFill>
        <p:spPr>
          <a:xfrm>
            <a:off x="6486730" y="974885"/>
            <a:ext cx="4923184" cy="4923184"/>
          </a:xfrm>
          <a:prstGeom prst="rect">
            <a:avLst/>
          </a:prstGeom>
        </p:spPr>
      </p:pic>
    </p:spTree>
  </p:cSld>
  <p:clrMapOvr>
    <a:masterClrMapping/>
  </p:clrMapOvr>
</p:sldLayout>
</file>

<file path=ppt/slideLayouts/templateLayout5.xml><?xml version="1.0" encoding="utf-8"?>
<p:sldLayout xmlns:p="http://schemas.openxmlformats.org/presentationml/2006/main" xmlns:a="http://schemas.openxmlformats.org/drawingml/2006/main" xmlns:r="http://schemas.openxmlformats.org/officeDocument/2006/relationships" type="cust" preserve="1" showMasterSp="1" userDrawn="1">
  <p:cSld name="Three Strategic Prioriti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rengthening our Foundation">
            <a:extLst>
              <a:ext uri="{FF2B5EF4-FFF2-40B4-BE49-F238E27FC236}">
                <a16:creationId xmlns:a16="http://schemas.microsoft.com/office/drawing/2014/main" id="{4B9A19DC-6E3F-49AC-905F-5449AA3C7644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639218" y="461914"/>
            <a:ext cx="7593058" cy="6629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40" rIns="91440" tIns="45720" bIns="45720">
            <a:spAutoFit/>
          </a:bodyPr>
          <a:lstStyle>
            <a:defPPr>
              <a:defRPr sz="3750" b="1" i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defPPr>
            <a:lvl1pPr marL="0" indent="0" algn="l">
              <a:lnSpc>
                <a:spcPct val="100000"/>
              </a:lnSpc>
              <a:defRPr sz="3750" b="0" i="1" u="none" spc="0" baseline="0">
                <a:solidFill>
                  <a:srgbClr val="FFFFFF">
                    <a:alpha val="100000"/>
                  </a:srgbClr>
                </a:solidFill>
                <a:highlight>
                  <a:srgbClr val="000000">
                    <a:alpha val="0"/>
                  </a:srgbClr>
                </a:highlight>
                <a:latin typeface="Verdana"/>
                <a:ea typeface="Verdana"/>
                <a:cs typeface="Verdana"/>
              </a:defRPr>
            </a:lvl1pPr>
          </a:lstStyle>
          <a:p>
            <a:pPr marL="0" indent="0">
              <a:lnSpc>
                <a:spcPct val="100000"/>
              </a:lnSpc>
            </a:pPr>
            <a:r>
              <a:rPr sz="3750" b="0" i="1" u="none" spc="0" baseline="0">
                <a:solidFill>
                  <a:srgbClr val="FFFFFF"/>
                </a:solidFill>
                <a:highlight>
                  <a:srgbClr val="000000">
                    <a:alpha val="0"/>
                  </a:srgbClr>
                </a:highlight>
                <a:latin typeface="Verdana"/>
                <a:ea typeface="Verdana"/>
                <a:cs typeface="Verdana"/>
              </a:rPr>
              <a:t>Click to add title</a:t>
            </a:r>
          </a:p>
        </p:txBody>
      </p:sp>
      <p:sp>
        <p:nvSpPr>
          <p:cNvPr id="3" name="We're attracting exceptional talent and empoweri…">
            <a:extLst>
              <a:ext uri="{FF2B5EF4-FFF2-40B4-BE49-F238E27FC236}">
                <a16:creationId xmlns:a16="http://schemas.microsoft.com/office/drawing/2014/main" id="{A671ACD0-779A-4B2C-B073-C7BA629454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3974" y="2458931"/>
            <a:ext cx="11275496" cy="8229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40" rIns="91440" tIns="45720" bIns="45720">
            <a:spAutoFit/>
          </a:bodyPr>
          <a:lstStyle>
            <a:defPPr>
              <a:defRPr sz="2400" b="0" i="0">
                <a:solidFill>
                  <a:srgbClr val="FFFFFF">
                    <a:alpha val="70000"/>
                  </a:srgbClr>
                </a:solidFill>
                <a:latin typeface="Georgia"/>
                <a:ea typeface="Georgia"/>
                <a:cs typeface="Georgia"/>
              </a:defRPr>
            </a:defPPr>
            <a:lvl1pPr algn="l">
              <a:lnSpc>
                <a:spcPct val="100000"/>
              </a:lnSpc>
              <a:defRPr sz="2400" b="0" i="0" u="none" baseline="0">
                <a:solidFill>
                  <a:srgbClr val="FFFFFF">
                    <a:alpha val="70000"/>
                  </a:srgbClr>
                </a:solidFill>
                <a:latin typeface="Georgia"/>
                <a:ea typeface="Georgia"/>
                <a:cs typeface="Georgia"/>
                <a:highlight>
                  <a:srgbClr val="000000">
                    <a:alpha val="0"/>
                  </a:srgbClr>
                </a:highlight>
              </a:defRPr>
            </a:lvl1pPr>
          </a:lstStyle>
          <a:p>
            <a:pPr>
              <a:lnSpc>
                <a:spcPct val="100000"/>
              </a:lnSpc>
            </a:pPr>
            <a:r>
              <a:rPr b="0" i="0" u="none" baseline="0">
                <a:highlight>
                  <a:srgbClr val="000000">
                    <a:alpha val="0"/>
                  </a:srgbClr>
                </a:highlight>
              </a:rPr>
              <a:t>Click to add text</a:t>
            </a:r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8022B207-E2AB-4D7F-8880-E44C7EA82CA7}"/>
              </a:ext>
            </a:extLst>
          </p:cNvPr>
          <p:cNvSpPr>
            <a:spLocks noGrp="1"/>
          </p:cNvSpPr>
          <p:nvPr/>
        </p:nvSpPr>
        <p:spPr>
          <a:xfrm rot="0" flipH="0" flipV="0">
            <a:off x="694033" y="1564072"/>
            <a:ext cx="11155691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5" name="Investing in our people">
            <a:extLst>
              <a:ext uri="{FF2B5EF4-FFF2-40B4-BE49-F238E27FC236}">
                <a16:creationId xmlns:a16="http://schemas.microsoft.com/office/drawing/2014/main" id="{C4396986-2FB9-433D-9C85-F0B5B5AF328E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11791" y="1995142"/>
            <a:ext cx="8994727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40" rIns="91440" tIns="45720" bIns="45720">
            <a:spAutoFit/>
          </a:bodyPr>
          <a:lstStyle>
            <a:defPPr>
              <a:defRPr sz="2400" b="1" i="0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defPPr>
            <a:lvl1pPr algn="l">
              <a:lnSpc>
                <a:spcPct val="100000"/>
              </a:lnSpc>
              <a:defRPr sz="2400" b="1" i="0" u="none" baseline="0">
                <a:solidFill>
                  <a:srgbClr val="FFFFFF">
                    <a:alpha val="100000"/>
                  </a:srgbClr>
                </a:solidFill>
                <a:highlight>
                  <a:srgbClr val="000000">
                    <a:alpha val="0"/>
                  </a:srgbClr>
                </a:highlight>
                <a:latin typeface="Verdana"/>
                <a:ea typeface="Verdana"/>
                <a:cs typeface="Verdana"/>
              </a:defRPr>
            </a:lvl1pPr>
          </a:lstStyle>
          <a:p>
            <a:pPr>
              <a:lnSpc>
                <a:spcPct val="100000"/>
              </a:lnSpc>
            </a:pPr>
            <a:r>
              <a:rPr b="1" i="0" u="none" baseline="0">
                <a:highlight>
                  <a:srgbClr val="000000">
                    <a:alpha val="0"/>
                  </a:srgbClr>
                </a:highlight>
                <a:latin typeface="Verdana"/>
                <a:ea typeface="Verdana"/>
                <a:cs typeface="Verdana"/>
              </a:rPr>
              <a:t>Click to add text</a:t>
            </a:r>
          </a:p>
        </p:txBody>
      </p:sp>
      <p:sp>
        <p:nvSpPr>
          <p:cNvPr id="6" name="We're modernizing our infrastructure and streaml…">
            <a:extLst>
              <a:ext uri="{FF2B5EF4-FFF2-40B4-BE49-F238E27FC236}">
                <a16:creationId xmlns:a16="http://schemas.microsoft.com/office/drawing/2014/main" id="{0CF0958E-22C5-47C2-8F4A-C1A4CC8C2FA0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07116" y="4037983"/>
            <a:ext cx="11280171" cy="8229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40" rIns="91440" tIns="45720" bIns="45720">
            <a:spAutoFit/>
          </a:bodyPr>
          <a:lstStyle>
            <a:defPPr>
              <a:defRPr sz="2400" b="0" i="0">
                <a:solidFill>
                  <a:srgbClr val="FFFFFF">
                    <a:alpha val="70000"/>
                  </a:srgbClr>
                </a:solidFill>
                <a:latin typeface="Georgia"/>
                <a:ea typeface="Georgia"/>
                <a:cs typeface="Georgia"/>
              </a:defRPr>
            </a:defPPr>
            <a:lvl1pPr algn="l">
              <a:lnSpc>
                <a:spcPct val="100000"/>
              </a:lnSpc>
              <a:defRPr sz="2400" b="0" i="0" u="none" baseline="0">
                <a:solidFill>
                  <a:srgbClr val="FFFFFF">
                    <a:alpha val="70000"/>
                  </a:srgbClr>
                </a:solidFill>
                <a:latin typeface="Georgia"/>
                <a:ea typeface="Georgia"/>
                <a:cs typeface="Georgia"/>
                <a:highlight>
                  <a:srgbClr val="000000">
                    <a:alpha val="0"/>
                  </a:srgbClr>
                </a:highlight>
              </a:defRPr>
            </a:lvl1pPr>
          </a:lstStyle>
          <a:p>
            <a:pPr>
              <a:lnSpc>
                <a:spcPct val="100000"/>
              </a:lnSpc>
            </a:pPr>
            <a:r>
              <a:rPr b="0" i="0" u="none" baseline="0">
                <a:highlight>
                  <a:srgbClr val="000000">
                    <a:alpha val="0"/>
                  </a:srgbClr>
                </a:highlight>
              </a:rPr>
              <a:t>Click to add text</a:t>
            </a:r>
          </a:p>
        </p:txBody>
      </p:sp>
      <p:sp>
        <p:nvSpPr>
          <p:cNvPr id="7" name="Building for scale">
            <a:extLst>
              <a:ext uri="{FF2B5EF4-FFF2-40B4-BE49-F238E27FC236}">
                <a16:creationId xmlns:a16="http://schemas.microsoft.com/office/drawing/2014/main" id="{0224B816-F496-419E-9A1D-AD325A204711}"/>
              </a:ext>
            </a:extLst>
          </p:cNvPr>
          <p:cNvSpPr>
            <a:spLocks noGrp="1"/>
          </p:cNvSpPr>
          <p:nvPr>
            <p:ph type="body" idx="4"/>
          </p:nvPr>
        </p:nvSpPr>
        <p:spPr>
          <a:xfrm>
            <a:off x="607116" y="3586413"/>
            <a:ext cx="8999402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40" rIns="91440" tIns="45720" bIns="45720">
            <a:spAutoFit/>
          </a:bodyPr>
          <a:lstStyle>
            <a:defPPr>
              <a:defRPr sz="2400" b="1" i="0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defPPr>
            <a:lvl1pPr algn="l">
              <a:lnSpc>
                <a:spcPct val="100000"/>
              </a:lnSpc>
              <a:defRPr sz="2400" b="1" i="0" u="none" baseline="0">
                <a:solidFill>
                  <a:srgbClr val="FFFFFF">
                    <a:alpha val="100000"/>
                  </a:srgbClr>
                </a:solidFill>
                <a:highlight>
                  <a:srgbClr val="000000">
                    <a:alpha val="0"/>
                  </a:srgbClr>
                </a:highlight>
                <a:latin typeface="Verdana"/>
                <a:ea typeface="Verdana"/>
                <a:cs typeface="Verdana"/>
              </a:defRPr>
            </a:lvl1pPr>
          </a:lstStyle>
          <a:p>
            <a:pPr>
              <a:lnSpc>
                <a:spcPct val="100000"/>
              </a:lnSpc>
            </a:pPr>
            <a:r>
              <a:rPr b="1" i="0" u="none" baseline="0">
                <a:highlight>
                  <a:srgbClr val="000000">
                    <a:alpha val="0"/>
                  </a:srgbClr>
                </a:highlight>
                <a:latin typeface="Verdana"/>
                <a:ea typeface="Verdana"/>
                <a:cs typeface="Verdana"/>
              </a:rPr>
              <a:t>Click to add text</a:t>
            </a:r>
          </a:p>
        </p:txBody>
      </p:sp>
      <p:sp>
        <p:nvSpPr>
          <p:cNvPr id="8" name="We're strengthening our core capabilities and in…">
            <a:extLst>
              <a:ext uri="{FF2B5EF4-FFF2-40B4-BE49-F238E27FC236}">
                <a16:creationId xmlns:a16="http://schemas.microsoft.com/office/drawing/2014/main" id="{AFCCB529-0E51-445D-978A-901F66CFAD8F}"/>
              </a:ext>
            </a:extLst>
          </p:cNvPr>
          <p:cNvSpPr>
            <a:spLocks noGrp="1"/>
          </p:cNvSpPr>
          <p:nvPr>
            <p:ph type="body" idx="5"/>
          </p:nvPr>
        </p:nvSpPr>
        <p:spPr>
          <a:xfrm>
            <a:off x="611791" y="5619133"/>
            <a:ext cx="11280171" cy="8229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40" rIns="91440" tIns="45720" bIns="45720">
            <a:spAutoFit/>
          </a:bodyPr>
          <a:lstStyle>
            <a:defPPr>
              <a:defRPr sz="2400" b="0" i="0">
                <a:solidFill>
                  <a:srgbClr val="FFFFFF">
                    <a:alpha val="70000"/>
                  </a:srgbClr>
                </a:solidFill>
                <a:latin typeface="Georgia"/>
                <a:ea typeface="Georgia"/>
                <a:cs typeface="Georgia"/>
              </a:defRPr>
            </a:defPPr>
            <a:lvl1pPr algn="l">
              <a:lnSpc>
                <a:spcPct val="100000"/>
              </a:lnSpc>
              <a:defRPr sz="2400" b="0" i="0" u="none" baseline="0">
                <a:solidFill>
                  <a:srgbClr val="FFFFFF">
                    <a:alpha val="70000"/>
                  </a:srgbClr>
                </a:solidFill>
                <a:latin typeface="Georgia"/>
                <a:ea typeface="Georgia"/>
                <a:cs typeface="Georgia"/>
                <a:highlight>
                  <a:srgbClr val="000000">
                    <a:alpha val="0"/>
                  </a:srgbClr>
                </a:highlight>
              </a:defRPr>
            </a:lvl1pPr>
          </a:lstStyle>
          <a:p>
            <a:pPr>
              <a:lnSpc>
                <a:spcPct val="100000"/>
              </a:lnSpc>
            </a:pPr>
            <a:r>
              <a:rPr b="0" i="0" u="none" baseline="0">
                <a:highlight>
                  <a:srgbClr val="000000">
                    <a:alpha val="0"/>
                  </a:srgbClr>
                </a:highlight>
              </a:rPr>
              <a:t>Click to add text</a:t>
            </a:r>
          </a:p>
        </p:txBody>
      </p:sp>
      <p:sp>
        <p:nvSpPr>
          <p:cNvPr id="9" name="Creating lasting value">
            <a:extLst>
              <a:ext uri="{FF2B5EF4-FFF2-40B4-BE49-F238E27FC236}">
                <a16:creationId xmlns:a16="http://schemas.microsoft.com/office/drawing/2014/main" id="{EBD2A50B-1AD6-453C-ACF0-2F961927411D}"/>
              </a:ext>
            </a:extLst>
          </p:cNvPr>
          <p:cNvSpPr>
            <a:spLocks noGrp="1"/>
          </p:cNvSpPr>
          <p:nvPr>
            <p:ph type="body" idx="6"/>
          </p:nvPr>
        </p:nvSpPr>
        <p:spPr>
          <a:xfrm>
            <a:off x="611791" y="5160326"/>
            <a:ext cx="8999402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40" rIns="91440" tIns="45720" bIns="45720">
            <a:spAutoFit/>
          </a:bodyPr>
          <a:lstStyle>
            <a:defPPr>
              <a:defRPr sz="2400" b="1" i="0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defPPr>
            <a:lvl1pPr algn="l">
              <a:lnSpc>
                <a:spcPct val="100000"/>
              </a:lnSpc>
              <a:defRPr sz="2400" b="1" i="0" u="none" baseline="0">
                <a:solidFill>
                  <a:srgbClr val="FFFFFF">
                    <a:alpha val="100000"/>
                  </a:srgbClr>
                </a:solidFill>
                <a:highlight>
                  <a:srgbClr val="000000">
                    <a:alpha val="0"/>
                  </a:srgbClr>
                </a:highlight>
                <a:latin typeface="Verdana"/>
                <a:ea typeface="Verdana"/>
                <a:cs typeface="Verdana"/>
              </a:defRPr>
            </a:lvl1pPr>
          </a:lstStyle>
          <a:p>
            <a:pPr>
              <a:lnSpc>
                <a:spcPct val="100000"/>
              </a:lnSpc>
            </a:pPr>
            <a:r>
              <a:rPr b="1" i="0" u="none" baseline="0">
                <a:highlight>
                  <a:srgbClr val="000000">
                    <a:alpha val="0"/>
                  </a:srgbClr>
                </a:highlight>
                <a:latin typeface="Verdana"/>
                <a:ea typeface="Verdana"/>
                <a:cs typeface="Verdana"/>
              </a:rPr>
              <a:t>Click to add text</a:t>
            </a:r>
          </a:p>
        </p:txBody>
      </p:sp>
    </p:spTree>
  </p:cSld>
  <p:clrMapOvr>
    <a:masterClrMapping/>
  </p:clrMapOvr>
</p:sldLayout>
</file>

<file path=ppt/slideLayouts/templateLayout6.xml><?xml version="1.0" encoding="utf-8"?>
<p:sldLayout xmlns:p="http://schemas.openxmlformats.org/presentationml/2006/main" xmlns:a="http://schemas.openxmlformats.org/drawingml/2006/main" xmlns:r="http://schemas.openxmlformats.org/officeDocument/2006/relationships" type="cust" preserve="1" showMasterSp="1" userDrawn="1">
  <p:cSld name="Questions and Answ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>
            <a:extLst>
              <a:ext uri="{FF2B5EF4-FFF2-40B4-BE49-F238E27FC236}">
                <a16:creationId xmlns:a16="http://schemas.microsoft.com/office/drawing/2014/main" id="{05A00FD3-CB6B-4592-810A-8E8E3EBE5B9F}"/>
              </a:ext>
            </a:extLst>
          </p:cNvPr>
          <p:cNvPicPr>
            <a:picLocks noChangeAspect="1"/>
          </p:cNvPicPr>
          <p:nvPr/>
        </p:nvPicPr>
        <p:blipFill>
          <a:blip r:embed="Rda0f8346ae944f36">
            <a:alphaModFix amt="50000"/>
          </a:blip>
          <a:stretch/>
        </p:blipFill>
        <p:spPr>
          <a:xfrm>
            <a:off x="2923006" y="278806"/>
            <a:ext cx="6133448" cy="6133448"/>
          </a:xfrm>
          <a:prstGeom prst="rect">
            <a:avLst/>
          </a:prstGeom>
        </p:spPr>
      </p:pic>
      <p:sp>
        <p:nvSpPr>
          <p:cNvPr id="3" name="Q&amp;A">
            <a:extLst>
              <a:ext uri="{FF2B5EF4-FFF2-40B4-BE49-F238E27FC236}">
                <a16:creationId xmlns:a16="http://schemas.microsoft.com/office/drawing/2014/main" id="{2C7396AF-05E1-4B15-BBC5-DA128340A8CB}"/>
              </a:ext>
            </a:extLst>
          </p:cNvPr>
          <p:cNvSpPr>
            <a:spLocks noGrp="1"/>
          </p:cNvSpPr>
          <p:nvPr>
            <p:ph type="title" idx="0" hasCustomPrompt="1"/>
          </p:nvPr>
        </p:nvSpPr>
        <p:spPr>
          <a:xfrm>
            <a:off x="4108291" y="1930109"/>
            <a:ext cx="3975417" cy="19202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91440" rIns="91440" tIns="45720" bIns="45720">
            <a:spAutoFit/>
          </a:bodyPr>
          <a:lstStyle>
            <a:defPPr algn="ctr">
              <a:defRPr sz="12000" b="1" i="0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defPPr>
            <a:lvl1pPr algn="ctr" marL="0" indent="0">
              <a:lnSpc>
                <a:spcPct val="100000"/>
              </a:lnSpc>
              <a:buNone/>
              <a:defRPr sz="12000" b="1" i="0" u="none">
                <a:solidFill>
                  <a:srgbClr val="FFFFFF">
                    <a:alpha val="100000"/>
                  </a:srgbClr>
                </a:solidFill>
                <a:latin typeface="Verdana"/>
                <a:ea typeface="Verdana"/>
                <a:cs typeface="Verdana"/>
              </a:defRPr>
            </a:lvl1pPr>
          </a:lstStyle>
          <a:p>
            <a:pPr marL="0" indent="0" algn="ctr">
              <a:lnSpc>
                <a:spcPct val="100000"/>
              </a:lnSpc>
              <a:buNone/>
            </a:pPr>
            <a:r>
              <a:rPr sz="12000" b="1" i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Q&amp;A</a:t>
            </a:r>
          </a:p>
        </p:txBody>
      </p:sp>
    </p:spTree>
  </p:cSld>
  <p:clrMapOvr>
    <a:masterClrMapping/>
  </p:clrMapOvr>
</p:sldLayout>
</file>

<file path=ppt/slideMasters/_rels/templateMaster.xml.rels><?xml version='1.0' encoding='UTF-8' standalone='yes'?>
<Relationships xmlns="http://schemas.openxmlformats.org/package/2006/relationships"><Relationship Type="http://schemas.openxmlformats.org/officeDocument/2006/relationships/image" Target="../media/image.png" Id="R999a49e8030e408a"/><Relationship Id="rTemplateTheme" Type="http://schemas.openxmlformats.org/officeDocument/2006/relationships/theme" Target="../theme/templateTheme.xml"/><Relationship Id="rTemplateLayout1" Type="http://schemas.openxmlformats.org/officeDocument/2006/relationships/slideLayout" Target="../slideLayouts/templateLayout1.xml"/><Relationship Id="rTemplateLayout2" Type="http://schemas.openxmlformats.org/officeDocument/2006/relationships/slideLayout" Target="../slideLayouts/templateLayout2.xml"/><Relationship Id="rTemplateLayout3" Type="http://schemas.openxmlformats.org/officeDocument/2006/relationships/slideLayout" Target="../slideLayouts/templateLayout3.xml"/><Relationship Id="rTemplateLayout4" Type="http://schemas.openxmlformats.org/officeDocument/2006/relationships/slideLayout" Target="../slideLayouts/templateLayout4.xml"/><Relationship Id="rTemplateLayout5" Type="http://schemas.openxmlformats.org/officeDocument/2006/relationships/slideLayout" Target="../slideLayouts/templateLayout5.xml"/><Relationship Id="rTemplateLayout6" Type="http://schemas.openxmlformats.org/officeDocument/2006/relationships/slideLayout" Target="../slideLayouts/templateLayout6.xml"/></Relationships>
</file>

<file path=ppt/slideMasters/templateMaster.xml><?xml version="1.0" encoding="utf-8"?>
<p:sldMaster xmlns:p="http://schemas.openxmlformats.org/presentationml/2006/main" xmlns:a="http://schemas.openxmlformats.org/drawingml/2006/main" xmlns:r="http://schemas.openxmlformats.org/officeDocument/2006/relationships">
  <p:cSld name="Growth Strategy Master">
    <p:bg>
      <p:bgPr>
        <a:solidFill>
          <a:srgbClr val="0A4F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000" name="Master Title">
            <a:extLst>
              <a:ext uri="{FF2B5EF4-FFF2-40B4-BE49-F238E27FC236}">
                <a16:creationId xmlns:a16="http://schemas.microsoft.com/office/drawing/2014/main" id="{E7BE5894-5210-4028-A72C-F90D97590FD4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2125504" y="2253959"/>
            <a:ext cx="7940993" cy="19202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91440" rIns="91440" tIns="45720" bIns="45720">
            <a:spAutoFit/>
          </a:bodyPr>
          <a:lstStyle>
            <a:defPPr algn="ctr">
              <a:defRPr sz="12000" b="1" i="0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defPPr>
            <a:lvl1pPr algn="ctr" marL="0" indent="0">
              <a:lnSpc>
                <a:spcPct val="100000"/>
              </a:lnSpc>
              <a:buNone/>
              <a:defRPr sz="12000" b="1" i="0" u="none">
                <a:solidFill>
                  <a:srgbClr val="FFFFFF">
                    <a:alpha val="100000"/>
                  </a:srgbClr>
                </a:solidFill>
                <a:latin typeface="Verdana"/>
                <a:ea typeface="Verdana"/>
                <a:cs typeface="Verdana"/>
              </a:defRPr>
            </a:lvl1pPr>
          </a:lstStyle>
          <a:p>
            <a:pPr marL="0" indent="0" algn="ctr">
              <a:lnSpc>
                <a:spcPct val="100000"/>
              </a:lnSpc>
              <a:buNone/>
            </a:pPr>
            <a:r>
              <a:rPr sz="12000" b="1" i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Click to add title</a:t>
            </a:r>
          </a:p>
        </p:txBody>
      </p:sp>
      <p:sp>
        <p:nvSpPr>
          <p:cNvPr id="900001" name="Master Body">
            <a:extLst>
              <a:ext uri="{FF2B5EF4-FFF2-40B4-BE49-F238E27FC236}">
                <a16:creationId xmlns:a16="http://schemas.microsoft.com/office/drawing/2014/main" id="{A671ACD0-779A-4B2C-B073-C7BA629454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3974" y="2458931"/>
            <a:ext cx="11275496" cy="8229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40" rIns="91440" tIns="45720" bIns="45720">
            <a:spAutoFit/>
          </a:bodyPr>
          <a:lstStyle>
            <a:defPPr>
              <a:defRPr sz="2400" b="0" i="0">
                <a:solidFill>
                  <a:srgbClr val="FFFFFF">
                    <a:alpha val="70000"/>
                  </a:srgbClr>
                </a:solidFill>
                <a:latin typeface="Georgia"/>
                <a:ea typeface="Georgia"/>
                <a:cs typeface="Georgia"/>
              </a:defRPr>
            </a:defPPr>
            <a:lvl1pPr algn="l">
              <a:lnSpc>
                <a:spcPct val="100000"/>
              </a:lnSpc>
              <a:defRPr sz="2400" b="0" i="0" u="none" baseline="0">
                <a:solidFill>
                  <a:srgbClr val="FFFFFF">
                    <a:alpha val="70000"/>
                  </a:srgbClr>
                </a:solidFill>
                <a:latin typeface="Georgia"/>
                <a:ea typeface="Georgia"/>
                <a:cs typeface="Georgia"/>
                <a:highlight>
                  <a:srgbClr val="000000">
                    <a:alpha val="0"/>
                  </a:srgbClr>
                </a:highlight>
              </a:defRPr>
            </a:lvl1pPr>
          </a:lstStyle>
          <a:p>
            <a:pPr>
              <a:lnSpc>
                <a:spcPct val="100000"/>
              </a:lnSpc>
            </a:pPr>
            <a:r>
              <a:rPr b="0" i="0" u="none" baseline="0">
                <a:highlight>
                  <a:srgbClr val="000000">
                    <a:alpha val="0"/>
                  </a:srgbClr>
                </a:highlight>
              </a:rPr>
              <a:t>Click to add text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TemplateLayout1"/>
    <p:sldLayoutId id="2147483650" r:id="rTemplateLayout2"/>
    <p:sldLayoutId id="2147483651" r:id="rTemplateLayout3"/>
    <p:sldLayoutId id="2147483652" r:id="rTemplateLayout4"/>
    <p:sldLayoutId id="2147483653" r:id="rTemplateLayout5"/>
    <p:sldLayoutId id="2147483654" r:id="rTemplateLayout6"/>
  </p:sldLayoutIdLst>
  <p:hf hdr="0" ftr="0" dt="0" sldNum="0"/>
  <p:txStyles>
    <p:titleStyle>
      <a:lvl1pPr marL="0" indent="0" algn="l" defTabSz="914400" rtl="0" eaLnBrk="1" latinLnBrk="0" hangingPunct="1">
        <a:defRPr sz="12000" b="1" i="0" u="none">
          <a:solidFill>
            <a:srgbClr val="FFFFFF">
              <a:alpha val="100000"/>
            </a:srgbClr>
          </a:solidFill>
          <a:latin typeface="Verdana"/>
          <a:ea typeface="Verdana"/>
          <a:cs typeface="Verdana"/>
        </a:defRPr>
      </a:lvl1pPr>
      <a:lvl2pPr marL="0" indent="0" algn="l" defTabSz="914400" rtl="0" eaLnBrk="1" latinLnBrk="0" hangingPunct="1">
        <a:defRPr sz="12000" b="1" i="0" u="none">
          <a:solidFill>
            <a:srgbClr val="FFFFFF">
              <a:alpha val="100000"/>
            </a:srgbClr>
          </a:solidFill>
          <a:latin typeface="Verdana"/>
          <a:ea typeface="Verdana"/>
          <a:cs typeface="Verdana"/>
        </a:defRPr>
      </a:lvl2pPr>
      <a:lvl3pPr marL="0" indent="0" algn="l" defTabSz="914400" rtl="0" eaLnBrk="1" latinLnBrk="0" hangingPunct="1">
        <a:defRPr sz="12000" b="1" i="0" u="none">
          <a:solidFill>
            <a:srgbClr val="FFFFFF">
              <a:alpha val="100000"/>
            </a:srgbClr>
          </a:solidFill>
          <a:latin typeface="Verdana"/>
          <a:ea typeface="Verdana"/>
          <a:cs typeface="Verdana"/>
        </a:defRPr>
      </a:lvl3pPr>
      <a:lvl4pPr marL="0" indent="0" algn="l" defTabSz="914400" rtl="0" eaLnBrk="1" latinLnBrk="0" hangingPunct="1">
        <a:defRPr sz="12000" b="1" i="0" u="none">
          <a:solidFill>
            <a:srgbClr val="FFFFFF">
              <a:alpha val="100000"/>
            </a:srgbClr>
          </a:solidFill>
          <a:latin typeface="Verdana"/>
          <a:ea typeface="Verdana"/>
          <a:cs typeface="Verdana"/>
        </a:defRPr>
      </a:lvl4pPr>
      <a:lvl5pPr marL="0" indent="0" algn="l" defTabSz="914400" rtl="0" eaLnBrk="1" latinLnBrk="0" hangingPunct="1">
        <a:defRPr sz="12000" b="1" i="0" u="none">
          <a:solidFill>
            <a:srgbClr val="FFFFFF">
              <a:alpha val="100000"/>
            </a:srgbClr>
          </a:solidFill>
          <a:latin typeface="Verdana"/>
          <a:ea typeface="Verdana"/>
          <a:cs typeface="Verdana"/>
        </a:defRPr>
      </a:lvl5pPr>
      <a:lvl6pPr marL="0" indent="0" algn="l" defTabSz="914400" rtl="0" eaLnBrk="1" latinLnBrk="0" hangingPunct="1">
        <a:defRPr sz="12000" b="1" i="0" u="none">
          <a:solidFill>
            <a:srgbClr val="FFFFFF">
              <a:alpha val="100000"/>
            </a:srgbClr>
          </a:solidFill>
          <a:latin typeface="Verdana"/>
          <a:ea typeface="Verdana"/>
          <a:cs typeface="Verdana"/>
        </a:defRPr>
      </a:lvl6pPr>
      <a:lvl7pPr marL="0" indent="0" algn="l" defTabSz="914400" rtl="0" eaLnBrk="1" latinLnBrk="0" hangingPunct="1">
        <a:defRPr sz="12000" b="1" i="0" u="none">
          <a:solidFill>
            <a:srgbClr val="FFFFFF">
              <a:alpha val="100000"/>
            </a:srgbClr>
          </a:solidFill>
          <a:latin typeface="Verdana"/>
          <a:ea typeface="Verdana"/>
          <a:cs typeface="Verdana"/>
        </a:defRPr>
      </a:lvl7pPr>
      <a:lvl8pPr marL="0" indent="0" algn="l" defTabSz="914400" rtl="0" eaLnBrk="1" latinLnBrk="0" hangingPunct="1">
        <a:defRPr sz="12000" b="1" i="0" u="none">
          <a:solidFill>
            <a:srgbClr val="FFFFFF">
              <a:alpha val="100000"/>
            </a:srgbClr>
          </a:solidFill>
          <a:latin typeface="Verdana"/>
          <a:ea typeface="Verdana"/>
          <a:cs typeface="Verdana"/>
        </a:defRPr>
      </a:lvl8pPr>
      <a:lvl9pPr marL="0" indent="0" algn="l" defTabSz="914400" rtl="0" eaLnBrk="1" latinLnBrk="0" hangingPunct="1">
        <a:defRPr sz="12000" b="1" i="0" u="none">
          <a:solidFill>
            <a:srgbClr val="FFFFFF">
              <a:alpha val="100000"/>
            </a:srgbClr>
          </a:solidFill>
          <a:latin typeface="Verdana"/>
          <a:ea typeface="Verdana"/>
          <a:cs typeface="Verdana"/>
        </a:defRPr>
      </a:lvl9pPr>
    </p:titleStyle>
    <p:bodyStyle>
      <a:lvl1pPr marL="0" indent="0" algn="l" defTabSz="914400" rtl="0" eaLnBrk="1" latinLnBrk="0" hangingPunct="1">
        <a:defRPr sz="2400" b="0" i="0" u="none" baseline="0">
          <a:solidFill>
            <a:srgbClr val="FFFFFF">
              <a:alpha val="70000"/>
            </a:srgbClr>
          </a:solidFill>
          <a:latin typeface="Georgia"/>
          <a:ea typeface="Georgia"/>
          <a:cs typeface="Georgia"/>
          <a:highlight>
            <a:srgbClr val="000000">
              <a:alpha val="0"/>
            </a:srgbClr>
          </a:highlight>
        </a:defRPr>
      </a:lvl1pPr>
      <a:lvl2pPr marL="0" indent="0" algn="l" defTabSz="914400" rtl="0" eaLnBrk="1" latinLnBrk="0" hangingPunct="1">
        <a:defRPr sz="2400" b="0" i="0" u="none" baseline="0">
          <a:solidFill>
            <a:srgbClr val="FFFFFF">
              <a:alpha val="70000"/>
            </a:srgbClr>
          </a:solidFill>
          <a:latin typeface="Georgia"/>
          <a:ea typeface="Georgia"/>
          <a:cs typeface="Georgia"/>
          <a:highlight>
            <a:srgbClr val="000000">
              <a:alpha val="0"/>
            </a:srgbClr>
          </a:highlight>
        </a:defRPr>
      </a:lvl2pPr>
      <a:lvl3pPr marL="0" indent="0" algn="l" defTabSz="914400" rtl="0" eaLnBrk="1" latinLnBrk="0" hangingPunct="1">
        <a:defRPr sz="2400" b="0" i="0" u="none" baseline="0">
          <a:solidFill>
            <a:srgbClr val="FFFFFF">
              <a:alpha val="70000"/>
            </a:srgbClr>
          </a:solidFill>
          <a:latin typeface="Georgia"/>
          <a:ea typeface="Georgia"/>
          <a:cs typeface="Georgia"/>
          <a:highlight>
            <a:srgbClr val="000000">
              <a:alpha val="0"/>
            </a:srgbClr>
          </a:highlight>
        </a:defRPr>
      </a:lvl3pPr>
      <a:lvl4pPr marL="0" indent="0" algn="l" defTabSz="914400" rtl="0" eaLnBrk="1" latinLnBrk="0" hangingPunct="1">
        <a:defRPr sz="2400" b="0" i="0" u="none" baseline="0">
          <a:solidFill>
            <a:srgbClr val="FFFFFF">
              <a:alpha val="70000"/>
            </a:srgbClr>
          </a:solidFill>
          <a:latin typeface="Georgia"/>
          <a:ea typeface="Georgia"/>
          <a:cs typeface="Georgia"/>
          <a:highlight>
            <a:srgbClr val="000000">
              <a:alpha val="0"/>
            </a:srgbClr>
          </a:highlight>
        </a:defRPr>
      </a:lvl4pPr>
      <a:lvl5pPr marL="0" indent="0" algn="l" defTabSz="914400" rtl="0" eaLnBrk="1" latinLnBrk="0" hangingPunct="1">
        <a:defRPr sz="2400" b="0" i="0" u="none" baseline="0">
          <a:solidFill>
            <a:srgbClr val="FFFFFF">
              <a:alpha val="70000"/>
            </a:srgbClr>
          </a:solidFill>
          <a:latin typeface="Georgia"/>
          <a:ea typeface="Georgia"/>
          <a:cs typeface="Georgia"/>
          <a:highlight>
            <a:srgbClr val="000000">
              <a:alpha val="0"/>
            </a:srgbClr>
          </a:highlight>
        </a:defRPr>
      </a:lvl5pPr>
      <a:lvl6pPr marL="0" indent="0" algn="l" defTabSz="914400" rtl="0" eaLnBrk="1" latinLnBrk="0" hangingPunct="1">
        <a:defRPr sz="2400" b="0" i="0" u="none" baseline="0">
          <a:solidFill>
            <a:srgbClr val="FFFFFF">
              <a:alpha val="70000"/>
            </a:srgbClr>
          </a:solidFill>
          <a:latin typeface="Georgia"/>
          <a:ea typeface="Georgia"/>
          <a:cs typeface="Georgia"/>
          <a:highlight>
            <a:srgbClr val="000000">
              <a:alpha val="0"/>
            </a:srgbClr>
          </a:highlight>
        </a:defRPr>
      </a:lvl6pPr>
      <a:lvl7pPr marL="0" indent="0" algn="l" defTabSz="914400" rtl="0" eaLnBrk="1" latinLnBrk="0" hangingPunct="1">
        <a:defRPr sz="2400" b="0" i="0" u="none" baseline="0">
          <a:solidFill>
            <a:srgbClr val="FFFFFF">
              <a:alpha val="70000"/>
            </a:srgbClr>
          </a:solidFill>
          <a:latin typeface="Georgia"/>
          <a:ea typeface="Georgia"/>
          <a:cs typeface="Georgia"/>
          <a:highlight>
            <a:srgbClr val="000000">
              <a:alpha val="0"/>
            </a:srgbClr>
          </a:highlight>
        </a:defRPr>
      </a:lvl7pPr>
      <a:lvl8pPr marL="0" indent="0" algn="l" defTabSz="914400" rtl="0" eaLnBrk="1" latinLnBrk="0" hangingPunct="1">
        <a:defRPr sz="2400" b="0" i="0" u="none" baseline="0">
          <a:solidFill>
            <a:srgbClr val="FFFFFF">
              <a:alpha val="70000"/>
            </a:srgbClr>
          </a:solidFill>
          <a:latin typeface="Georgia"/>
          <a:ea typeface="Georgia"/>
          <a:cs typeface="Georgia"/>
          <a:highlight>
            <a:srgbClr val="000000">
              <a:alpha val="0"/>
            </a:srgbClr>
          </a:highlight>
        </a:defRPr>
      </a:lvl8pPr>
      <a:lvl9pPr marL="0" indent="0" algn="l" defTabSz="914400" rtl="0" eaLnBrk="1" latinLnBrk="0" hangingPunct="1">
        <a:defRPr sz="2400" b="0" i="0" u="none" baseline="0">
          <a:solidFill>
            <a:srgbClr val="FFFFFF">
              <a:alpha val="70000"/>
            </a:srgbClr>
          </a:solidFill>
          <a:latin typeface="Georgia"/>
          <a:ea typeface="Georgia"/>
          <a:cs typeface="Georgia"/>
          <a:highlight>
            <a:srgbClr val="000000">
              <a:alpha val="0"/>
            </a:srgbClr>
          </a:highlight>
        </a:defRPr>
      </a:lvl9pPr>
    </p:bodyStyle>
    <p:otherStyle>
      <a:lvl1pPr marL="0" indent="0" algn="l" defTabSz="914400" rtl="0" eaLnBrk="1" latinLnBrk="0" hangingPunct="1">
        <a:defRPr sz="2400" b="0" i="0" u="none" baseline="0">
          <a:solidFill>
            <a:srgbClr val="FFFFFF">
              <a:alpha val="70000"/>
            </a:srgbClr>
          </a:solidFill>
          <a:latin typeface="Georgia"/>
          <a:ea typeface="Georgia"/>
          <a:cs typeface="Georgia"/>
          <a:highlight>
            <a:srgbClr val="000000">
              <a:alpha val="0"/>
            </a:srgbClr>
          </a:highlight>
        </a:defRPr>
      </a:lvl1pPr>
      <a:lvl2pPr marL="0" indent="0" algn="l" defTabSz="914400" rtl="0" eaLnBrk="1" latinLnBrk="0" hangingPunct="1">
        <a:defRPr sz="2400" b="0" i="0" u="none" baseline="0">
          <a:solidFill>
            <a:srgbClr val="FFFFFF">
              <a:alpha val="70000"/>
            </a:srgbClr>
          </a:solidFill>
          <a:latin typeface="Georgia"/>
          <a:ea typeface="Georgia"/>
          <a:cs typeface="Georgia"/>
          <a:highlight>
            <a:srgbClr val="000000">
              <a:alpha val="0"/>
            </a:srgbClr>
          </a:highlight>
        </a:defRPr>
      </a:lvl2pPr>
      <a:lvl3pPr marL="0" indent="0" algn="l" defTabSz="914400" rtl="0" eaLnBrk="1" latinLnBrk="0" hangingPunct="1">
        <a:defRPr sz="2400" b="0" i="0" u="none" baseline="0">
          <a:solidFill>
            <a:srgbClr val="FFFFFF">
              <a:alpha val="70000"/>
            </a:srgbClr>
          </a:solidFill>
          <a:latin typeface="Georgia"/>
          <a:ea typeface="Georgia"/>
          <a:cs typeface="Georgia"/>
          <a:highlight>
            <a:srgbClr val="000000">
              <a:alpha val="0"/>
            </a:srgbClr>
          </a:highlight>
        </a:defRPr>
      </a:lvl3pPr>
      <a:lvl4pPr marL="0" indent="0" algn="l" defTabSz="914400" rtl="0" eaLnBrk="1" latinLnBrk="0" hangingPunct="1">
        <a:defRPr sz="2400" b="0" i="0" u="none" baseline="0">
          <a:solidFill>
            <a:srgbClr val="FFFFFF">
              <a:alpha val="70000"/>
            </a:srgbClr>
          </a:solidFill>
          <a:latin typeface="Georgia"/>
          <a:ea typeface="Georgia"/>
          <a:cs typeface="Georgia"/>
          <a:highlight>
            <a:srgbClr val="000000">
              <a:alpha val="0"/>
            </a:srgbClr>
          </a:highlight>
        </a:defRPr>
      </a:lvl4pPr>
      <a:lvl5pPr marL="0" indent="0" algn="l" defTabSz="914400" rtl="0" eaLnBrk="1" latinLnBrk="0" hangingPunct="1">
        <a:defRPr sz="2400" b="0" i="0" u="none" baseline="0">
          <a:solidFill>
            <a:srgbClr val="FFFFFF">
              <a:alpha val="70000"/>
            </a:srgbClr>
          </a:solidFill>
          <a:latin typeface="Georgia"/>
          <a:ea typeface="Georgia"/>
          <a:cs typeface="Georgia"/>
          <a:highlight>
            <a:srgbClr val="000000">
              <a:alpha val="0"/>
            </a:srgbClr>
          </a:highlight>
        </a:defRPr>
      </a:lvl5pPr>
      <a:lvl6pPr marL="0" indent="0" algn="l" defTabSz="914400" rtl="0" eaLnBrk="1" latinLnBrk="0" hangingPunct="1">
        <a:defRPr sz="2400" b="0" i="0" u="none" baseline="0">
          <a:solidFill>
            <a:srgbClr val="FFFFFF">
              <a:alpha val="70000"/>
            </a:srgbClr>
          </a:solidFill>
          <a:latin typeface="Georgia"/>
          <a:ea typeface="Georgia"/>
          <a:cs typeface="Georgia"/>
          <a:highlight>
            <a:srgbClr val="000000">
              <a:alpha val="0"/>
            </a:srgbClr>
          </a:highlight>
        </a:defRPr>
      </a:lvl6pPr>
      <a:lvl7pPr marL="0" indent="0" algn="l" defTabSz="914400" rtl="0" eaLnBrk="1" latinLnBrk="0" hangingPunct="1">
        <a:defRPr sz="2400" b="0" i="0" u="none" baseline="0">
          <a:solidFill>
            <a:srgbClr val="FFFFFF">
              <a:alpha val="70000"/>
            </a:srgbClr>
          </a:solidFill>
          <a:latin typeface="Georgia"/>
          <a:ea typeface="Georgia"/>
          <a:cs typeface="Georgia"/>
          <a:highlight>
            <a:srgbClr val="000000">
              <a:alpha val="0"/>
            </a:srgbClr>
          </a:highlight>
        </a:defRPr>
      </a:lvl7pPr>
      <a:lvl8pPr marL="0" indent="0" algn="l" defTabSz="914400" rtl="0" eaLnBrk="1" latinLnBrk="0" hangingPunct="1">
        <a:defRPr sz="2400" b="0" i="0" u="none" baseline="0">
          <a:solidFill>
            <a:srgbClr val="FFFFFF">
              <a:alpha val="70000"/>
            </a:srgbClr>
          </a:solidFill>
          <a:latin typeface="Georgia"/>
          <a:ea typeface="Georgia"/>
          <a:cs typeface="Georgia"/>
          <a:highlight>
            <a:srgbClr val="000000">
              <a:alpha val="0"/>
            </a:srgbClr>
          </a:highlight>
        </a:defRPr>
      </a:lvl8pPr>
      <a:lvl9pPr marL="0" indent="0" algn="l" defTabSz="914400" rtl="0" eaLnBrk="1" latinLnBrk="0" hangingPunct="1">
        <a:defRPr sz="2400" b="0" i="0" u="none" baseline="0">
          <a:solidFill>
            <a:srgbClr val="FFFFFF">
              <a:alpha val="70000"/>
            </a:srgbClr>
          </a:solidFill>
          <a:latin typeface="Georgia"/>
          <a:ea typeface="Georgia"/>
          <a:cs typeface="Georgia"/>
          <a:highlight>
            <a:srgbClr val="000000">
              <a:alpha val="0"/>
            </a:srgbClr>
          </a:highlight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Type="http://schemas.openxmlformats.org/officeDocument/2006/relationships/image" Target="../media/image.png" Id="R999a49e8030e408a"/><Relationship Type="http://schemas.openxmlformats.org/officeDocument/2006/relationships/notesSlide" Target="../notesSlides/notesSlide1.xml" Id="Rf19278c62fcc419e"/><Relationship Id="rTemplateLayout" Type="http://schemas.openxmlformats.org/officeDocument/2006/relationships/slideLayout" Target="../slideLayouts/templateLayout1.xml"/></Relationships>
</file>

<file path=ppt/slides/_rels/slide2.xml.rels><?xml version='1.0' encoding='UTF-8' standalone='yes'?>
<Relationships xmlns="http://schemas.openxmlformats.org/package/2006/relationships"><Relationship Type="http://schemas.openxmlformats.org/officeDocument/2006/relationships/image" Target="../media/image2.png" Id="R851aa2f9dee1476e"/><Relationship Type="http://schemas.openxmlformats.org/officeDocument/2006/relationships/notesSlide" Target="../notesSlides/notesSlide2.xml" Id="R0141a7656be8432b"/><Relationship Id="rTemplateLayout" Type="http://schemas.openxmlformats.org/officeDocument/2006/relationships/slideLayout" Target="../slideLayouts/templateLayout2.xml"/></Relationships>
</file>

<file path=ppt/slides/_rels/slide3.xml.rels><?xml version='1.0' encoding='UTF-8' standalone='yes'?>
<Relationships xmlns="http://schemas.openxmlformats.org/package/2006/relationships"><Relationship Type="http://schemas.openxmlformats.org/officeDocument/2006/relationships/image" Target="../media/image3.png" Id="R7ca962fe735b489c"/><Relationship Type="http://schemas.openxmlformats.org/officeDocument/2006/relationships/notesSlide" Target="../notesSlides/notesSlide3.xml" Id="Rd83627a5067e49de"/><Relationship Id="rTemplateLayout" Type="http://schemas.openxmlformats.org/officeDocument/2006/relationships/slideLayout" Target="../slideLayouts/templateLayout3.xml"/></Relationships>
</file>

<file path=ppt/slides/_rels/slide4.xml.rels><?xml version='1.0' encoding='UTF-8' standalone='yes'?>
<Relationships xmlns="http://schemas.openxmlformats.org/package/2006/relationships"><Relationship Type="http://schemas.openxmlformats.org/officeDocument/2006/relationships/image" Target="../media/image4.png" Id="R268e83ff87584b80"/><Relationship Type="http://schemas.openxmlformats.org/officeDocument/2006/relationships/notesSlide" Target="../notesSlides/notesSlide4.xml" Id="R9e85846485274ba3"/><Relationship Id="rTemplateLayout" Type="http://schemas.openxmlformats.org/officeDocument/2006/relationships/slideLayout" Target="../slideLayouts/templateLayout4.xml"/></Relationships>
</file>

<file path=ppt/slides/_rels/slide5.xml.rels><?xml version='1.0' encoding='UTF-8' standalone='yes'?>
<Relationships xmlns="http://schemas.openxmlformats.org/package/2006/relationships"><Relationship Type="http://schemas.openxmlformats.org/officeDocument/2006/relationships/notesSlide" Target="../notesSlides/notesSlide5.xml" Id="R93925946306842f9"/><Relationship Id="rTemplateLayout" Type="http://schemas.openxmlformats.org/officeDocument/2006/relationships/slideLayout" Target="../slideLayouts/templateLayout5.xml"/></Relationships>
</file>

<file path=ppt/slides/_rels/slide6.xml.rels><?xml version='1.0' encoding='UTF-8' standalone='yes'?>
<Relationships xmlns="http://schemas.openxmlformats.org/package/2006/relationships"><Relationship Type="http://schemas.openxmlformats.org/officeDocument/2006/relationships/image" Target="../media/image5.png" Id="Rda0f8346ae944f36"/><Relationship Type="http://schemas.openxmlformats.org/officeDocument/2006/relationships/notesSlide" Target="../notesSlides/notesSlide6.xml" Id="R08be3b761c114801"/><Relationship Id="rTemplateLayout" Type="http://schemas.openxmlformats.org/officeDocument/2006/relationships/slideLayout" Target="../slideLayouts/templateLayout6.xml"/></Relationships>
</file>

<file path=ppt/slides/slide1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GROWTH">
            <a:extLst xmlns:a="http://schemas.openxmlformats.org/drawingml/2006/main">
              <a:ext uri="{FF2B5EF4-FFF2-40B4-BE49-F238E27FC236}">
                <a16:creationId xmlns:a16="http://schemas.microsoft.com/office/drawing/2014/main" id="{E7BE5894-5210-4028-A72C-F90D97590FD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125504" y="2253959"/>
            <a:ext cx="7940993" cy="1920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91440" rIns="91440" tIns="45720" bIns="45720">
            <a:spAutoFit/>
          </a:bodyPr>
          <a:lstStyle xmlns:a="http://schemas.openxmlformats.org/drawingml/2006/main">
            <a:defPPr algn="ctr">
              <a:defRPr sz="12000" b="1" i="0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defPPr>
          </a:lstStyle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000" b="1" i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GROWTH</a:t>
            </a:r>
          </a:p>
        </p:txBody>
      </p:sp>
      <p:sp>
        <p:nvSpPr>
          <p:cNvPr id="3" name="Navigating Luma Studio's next chapter">
            <a:extLst xmlns:a="http://schemas.openxmlformats.org/drawingml/2006/main">
              <a:ext uri="{FF2B5EF4-FFF2-40B4-BE49-F238E27FC236}">
                <a16:creationId xmlns:a16="http://schemas.microsoft.com/office/drawing/2014/main" id="{6BA3333F-D8E5-4204-A63C-811B6410509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040823" y="3975270"/>
            <a:ext cx="4110355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91440" rIns="91440" tIns="45720" bIns="45720">
            <a:spAutoFit/>
          </a:bodyPr>
          <a:lstStyle xmlns:a="http://schemas.openxmlformats.org/drawingml/2006/main">
            <a:defPPr>
              <a:defRPr sz="1800" b="0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marL="0" indent="0">
              <a:lnSpc>
                <a:spcPct val="100000"/>
              </a:lnSpc>
              <a:buNone/>
            </a:pPr>
            <a:r>
              <a:rPr sz="1800" b="0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Navigating Luma Studio's next chapter</a:t>
            </a:r>
          </a:p>
        </p:txBody>
      </p:sp>
    </p:spTree>
    <p:extLst>
      <p:ext uri="{BB962C8B-B14F-4D97-AF65-F5344CB8AC3E}">
        <p14:creationId xmlns:p14="http://schemas.microsoft.com/office/powerpoint/2010/main" val="780139628"/>
      </p:ext>
    </p:extLst>
  </p:cSld>
</p:sld>
</file>

<file path=ppt/slides/slide2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genda">
            <a:extLst xmlns:a="http://schemas.openxmlformats.org/drawingml/2006/main">
              <a:ext uri="{FF2B5EF4-FFF2-40B4-BE49-F238E27FC236}">
                <a16:creationId xmlns:a16="http://schemas.microsoft.com/office/drawing/2014/main" id="{A6D65255-5488-4717-B658-B7D148376CC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4048" y="1327097"/>
            <a:ext cx="2689542" cy="891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91440" rIns="91440" tIns="45720" bIns="45720">
            <a:spAutoFit/>
          </a:bodyPr>
          <a:lstStyle xmlns:a="http://schemas.openxmlformats.org/drawingml/2006/main">
            <a:defPPr>
              <a:defRPr sz="5250" b="1" i="0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defPPr>
          </a:lstStyle>
          <a:p xmlns:a="http://schemas.openxmlformats.org/drawingml/2006/main">
            <a:pPr marL="0" indent="0">
              <a:lnSpc>
                <a:spcPct val="100000"/>
              </a:lnSpc>
              <a:buNone/>
            </a:pPr>
            <a:r>
              <a:rPr sz="5250" b="0" i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Agenda</a:t>
            </a:r>
          </a:p>
        </p:txBody>
      </p:sp>
      <p:sp>
        <p:nvSpPr>
          <p:cNvPr id="3" name="1.  Scaling what works">
            <a:extLst xmlns:a="http://schemas.openxmlformats.org/drawingml/2006/main">
              <a:ext uri="{FF2B5EF4-FFF2-40B4-BE49-F238E27FC236}">
                <a16:creationId xmlns:a16="http://schemas.microsoft.com/office/drawing/2014/main" id="{444DA85F-3EDD-4C9C-A6A3-4AF51771859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04168" y="2452424"/>
            <a:ext cx="3419792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91440" rIns="91440" tIns="45720" bIns="45720">
            <a:spAutoFit/>
          </a:bodyPr>
          <a:lstStyle xmlns:a="http://schemas.openxmlformats.org/drawingml/2006/main">
            <a:defPPr>
              <a:defRPr sz="2700" b="0" i="0">
                <a:solidFill>
                  <a:srgbClr val="FFFFFF">
                    <a:alpha val="70000"/>
                  </a:srgbClr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marL="0" indent="0">
              <a:lnSpc>
                <a:spcPct val="100000"/>
              </a:lnSpc>
              <a:buNone/>
            </a:pPr>
            <a:r>
              <a:rPr sz="2700" b="0" i="0">
                <a:solidFill>
                  <a:srgbClr val="FFFFFF">
                    <a:alpha val="70000"/>
                  </a:srgbClr>
                </a:solidFill>
                <a:latin typeface="Georgia"/>
                <a:ea typeface="Georgia"/>
                <a:cs typeface="Georgia"/>
              </a:rPr>
              <a:t>1. </a:t>
            </a:r>
            <a:r>
              <a:rPr sz="2700" b="0" i="0" u="none" baseline="0">
                <a:highlight>
                  <a:srgbClr val="000000">
                    <a:alpha val="0"/>
                  </a:srgbClr>
                </a:highlight>
              </a:rPr>
              <a:t>Scaling what works</a:t>
            </a:r>
          </a:p>
        </p:txBody>
      </p:sp>
      <p:sp>
        <p:nvSpPr>
          <p:cNvPr id="4" name="2.  Ambition into action">
            <a:extLst xmlns:a="http://schemas.openxmlformats.org/drawingml/2006/main">
              <a:ext uri="{FF2B5EF4-FFF2-40B4-BE49-F238E27FC236}">
                <a16:creationId xmlns:a16="http://schemas.microsoft.com/office/drawing/2014/main" id="{2E737AEB-8BDC-45A9-8726-F02001140C7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97903" y="3001064"/>
            <a:ext cx="3686493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91440" rIns="91440" tIns="45720" bIns="45720">
            <a:spAutoFit/>
          </a:bodyPr>
          <a:lstStyle xmlns:a="http://schemas.openxmlformats.org/drawingml/2006/main">
            <a:defPPr>
              <a:defRPr sz="2700" b="0" i="0">
                <a:solidFill>
                  <a:srgbClr val="FFFFFF">
                    <a:alpha val="70000"/>
                  </a:srgbClr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marL="0" indent="0">
              <a:lnSpc>
                <a:spcPct val="100000"/>
              </a:lnSpc>
              <a:buNone/>
            </a:pPr>
            <a:r>
              <a:rPr sz="2700" b="0" i="0">
                <a:solidFill>
                  <a:srgbClr val="FFFFFF">
                    <a:alpha val="70000"/>
                  </a:srgbClr>
                </a:solidFill>
                <a:latin typeface="Georgia"/>
                <a:ea typeface="Georgia"/>
                <a:cs typeface="Georgia"/>
              </a:rPr>
              <a:t>2. </a:t>
            </a:r>
            <a:r>
              <a:rPr sz="2700" b="0" i="0" u="none" baseline="0">
                <a:highlight>
                  <a:srgbClr val="000000">
                    <a:alpha val="0"/>
                  </a:srgbClr>
                </a:highlight>
              </a:rPr>
              <a:t>Ambition into action</a:t>
            </a:r>
          </a:p>
        </p:txBody>
      </p:sp>
      <p:sp>
        <p:nvSpPr>
          <p:cNvPr id="5" name="3.  Strengthening our foundation">
            <a:extLst xmlns:a="http://schemas.openxmlformats.org/drawingml/2006/main">
              <a:ext uri="{FF2B5EF4-FFF2-40B4-BE49-F238E27FC236}">
                <a16:creationId xmlns:a16="http://schemas.microsoft.com/office/drawing/2014/main" id="{E66C52B1-0C69-420A-ADCA-25EB9135D2D7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700270" y="3549704"/>
            <a:ext cx="5062855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91440" rIns="91440" tIns="45720" bIns="45720">
            <a:spAutoFit/>
          </a:bodyPr>
          <a:lstStyle xmlns:a="http://schemas.openxmlformats.org/drawingml/2006/main">
            <a:defPPr>
              <a:defRPr sz="2700" b="0" i="0">
                <a:solidFill>
                  <a:srgbClr val="FFFFFF">
                    <a:alpha val="70000"/>
                  </a:srgbClr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marL="0" indent="0">
              <a:lnSpc>
                <a:spcPct val="100000"/>
              </a:lnSpc>
              <a:buNone/>
            </a:pPr>
            <a:r>
              <a:rPr sz="2700" b="0" i="0">
                <a:solidFill>
                  <a:srgbClr val="FFFFFF">
                    <a:alpha val="70000"/>
                  </a:srgbClr>
                </a:solidFill>
                <a:latin typeface="Georgia"/>
                <a:ea typeface="Georgia"/>
                <a:cs typeface="Georgia"/>
              </a:rPr>
              <a:t>3. </a:t>
            </a:r>
            <a:r>
              <a:rPr sz="2700" b="0" i="0" u="none" spc="0" baseline="0">
                <a:solidFill>
                  <a:srgbClr val="FFFFFF">
                    <a:alpha val="70196"/>
                  </a:srgbClr>
                </a:solidFill>
                <a:highlight>
                  <a:srgbClr val="000000">
                    <a:alpha val="0"/>
                  </a:srgbClr>
                </a:highlight>
                <a:latin typeface="Georgia"/>
                <a:ea typeface="Georgia"/>
                <a:cs typeface="Georgia"/>
              </a:rPr>
              <a:t>Strengthening our foundation</a:t>
            </a:r>
          </a:p>
        </p:txBody>
      </p:sp>
      <p:sp>
        <p:nvSpPr>
          <p:cNvPr id="6" name="4.  The next frontier">
            <a:extLst xmlns:a="http://schemas.openxmlformats.org/drawingml/2006/main">
              <a:ext uri="{FF2B5EF4-FFF2-40B4-BE49-F238E27FC236}">
                <a16:creationId xmlns:a16="http://schemas.microsoft.com/office/drawing/2014/main" id="{F3F26BCF-B87C-48FE-856A-0DF4A3D6C960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700270" y="4098344"/>
            <a:ext cx="3116580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91440" rIns="91440" tIns="45720" bIns="45720">
            <a:spAutoFit/>
          </a:bodyPr>
          <a:lstStyle xmlns:a="http://schemas.openxmlformats.org/drawingml/2006/main">
            <a:defPPr>
              <a:defRPr sz="2700" b="0" i="0">
                <a:solidFill>
                  <a:srgbClr val="FFFFFF">
                    <a:alpha val="70000"/>
                  </a:srgbClr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marL="0" indent="0">
              <a:lnSpc>
                <a:spcPct val="100000"/>
              </a:lnSpc>
              <a:buNone/>
            </a:pPr>
            <a:r>
              <a:rPr sz="2700" b="0" i="0">
                <a:solidFill>
                  <a:srgbClr val="FFFFFF">
                    <a:alpha val="70000"/>
                  </a:srgbClr>
                </a:solidFill>
                <a:latin typeface="Georgia"/>
                <a:ea typeface="Georgia"/>
                <a:cs typeface="Georgia"/>
              </a:rPr>
              <a:t>4. </a:t>
            </a:r>
            <a:r>
              <a:rPr sz="2700" b="0" i="0" u="none" baseline="0">
                <a:highlight>
                  <a:srgbClr val="000000">
                    <a:alpha val="0"/>
                  </a:srgbClr>
                </a:highlight>
              </a:rPr>
              <a:t>The next frontier</a:t>
            </a:r>
          </a:p>
        </p:txBody>
      </p:sp>
      <p:sp>
        <p:nvSpPr>
          <p:cNvPr id="7" name="5.  Growth without limits">
            <a:extLst xmlns:a="http://schemas.openxmlformats.org/drawingml/2006/main">
              <a:ext uri="{FF2B5EF4-FFF2-40B4-BE49-F238E27FC236}">
                <a16:creationId xmlns:a16="http://schemas.microsoft.com/office/drawing/2014/main" id="{607D69A3-93A0-4095-B21F-38AA590A4A41}"/>
              </a:ext>
            </a:extLst>
          </p:cNvPr>
          <p:cNvSpPr>
            <a:spLocks xmlns:a="http://schemas.openxmlformats.org/drawingml/2006/main" noGrp="1"/>
          </p:cNvSpPr>
          <p:nvPr>
            <p:ph type="body" idx="5"/>
          </p:nvPr>
        </p:nvSpPr>
        <p:spPr>
          <a:xfrm xmlns:a="http://schemas.openxmlformats.org/drawingml/2006/main">
            <a:off x="709690" y="4646983"/>
            <a:ext cx="3886517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91440" rIns="91440" tIns="45720" bIns="45720">
            <a:spAutoFit/>
          </a:bodyPr>
          <a:lstStyle xmlns:a="http://schemas.openxmlformats.org/drawingml/2006/main">
            <a:defPPr>
              <a:defRPr sz="2700" b="0" i="0">
                <a:solidFill>
                  <a:srgbClr val="FFFFFF">
                    <a:alpha val="70000"/>
                  </a:srgbClr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marL="0" indent="0">
              <a:lnSpc>
                <a:spcPct val="100000"/>
              </a:lnSpc>
              <a:buNone/>
            </a:pPr>
            <a:r>
              <a:rPr sz="2700" b="0" i="0">
                <a:solidFill>
                  <a:srgbClr val="FFFFFF">
                    <a:alpha val="70000"/>
                  </a:srgbClr>
                </a:solidFill>
                <a:latin typeface="Georgia"/>
                <a:ea typeface="Georgia"/>
                <a:cs typeface="Georgia"/>
              </a:rPr>
              <a:t>5. </a:t>
            </a:r>
            <a:r>
              <a:rPr sz="2700" b="0" i="0" u="none" baseline="0">
                <a:highlight>
                  <a:srgbClr val="000000">
                    <a:alpha val="0"/>
                  </a:srgbClr>
                </a:highlight>
              </a:rPr>
              <a:t>Growth without limits</a:t>
            </a:r>
          </a:p>
        </p:txBody>
      </p:sp>
    </p:spTree>
    <p:extLst>
      <p:ext uri="{BB962C8B-B14F-4D97-AF65-F5344CB8AC3E}">
        <p14:creationId xmlns:p14="http://schemas.microsoft.com/office/powerpoint/2010/main" val="2085985807"/>
      </p:ext>
    </p:extLst>
  </p:cSld>
</p:sld>
</file>

<file path=ppt/slides/slide3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caling what works">
            <a:extLst xmlns:a="http://schemas.openxmlformats.org/drawingml/2006/main">
              <a:ext uri="{FF2B5EF4-FFF2-40B4-BE49-F238E27FC236}">
                <a16:creationId xmlns:a16="http://schemas.microsoft.com/office/drawing/2014/main" id="{A6D65255-5488-4717-B658-B7D148376CC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02916" y="1740494"/>
            <a:ext cx="5333749" cy="6629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1440" rIns="91440" tIns="45720" bIns="45720">
            <a:spAutoFit/>
          </a:bodyPr>
          <a:lstStyle xmlns:a="http://schemas.openxmlformats.org/drawingml/2006/main">
            <a:defPPr>
              <a:defRPr sz="3750" b="1" i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defPPr>
          </a:lstStyle>
          <a:p xmlns:a="http://schemas.openxmlformats.org/drawingml/2006/main">
            <a:pPr marL="0" indent="0">
              <a:lnSpc>
                <a:spcPct val="100000"/>
              </a:lnSpc>
            </a:pPr>
            <a:r>
              <a:rPr sz="3750" b="0" i="1" u="none" spc="0" baseline="0">
                <a:solidFill>
                  <a:srgbClr val="FFFFFF"/>
                </a:solidFill>
                <a:highlight>
                  <a:srgbClr val="000000">
                    <a:alpha val="0"/>
                  </a:srgbClr>
                </a:highlight>
                <a:latin typeface="Verdana"/>
                <a:ea typeface="Verdana"/>
                <a:cs typeface="Verdana"/>
              </a:rPr>
              <a:t>Scaling what works</a:t>
            </a:r>
          </a:p>
        </p:txBody>
      </p:sp>
      <p:sp>
        <p:nvSpPr>
          <p:cNvPr id="3" name="We're building on our strongest successes to acc…">
            <a:extLst xmlns:a="http://schemas.openxmlformats.org/drawingml/2006/main">
              <a:ext uri="{FF2B5EF4-FFF2-40B4-BE49-F238E27FC236}">
                <a16:creationId xmlns:a16="http://schemas.microsoft.com/office/drawing/2014/main" id="{444DA85F-3EDD-4C9C-A6A3-4AF51771859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802916" y="2622144"/>
            <a:ext cx="5335905" cy="1188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1440" rIns="91440" tIns="45720" bIns="45720">
            <a:spAutoFit/>
          </a:bodyPr>
          <a:lstStyle xmlns:a="http://schemas.openxmlformats.org/drawingml/2006/main">
            <a:defPPr>
              <a:defRPr sz="2400" b="0" i="0">
                <a:solidFill>
                  <a:srgbClr val="FFFFFF">
                    <a:alpha val="70200"/>
                  </a:srgbClr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</a:pPr>
            <a:r>
              <a:rPr b="0" i="0" u="none" baseline="0">
                <a:highlight>
                  <a:srgbClr val="000000">
                    <a:alpha val="0"/>
                  </a:srgbClr>
                </a:highlight>
              </a:rPr>
              <a:t>We're building on our strongest successes to accelerate growth and expand our impact.</a:t>
            </a:r>
          </a:p>
        </p:txBody>
      </p:sp>
      <p:sp>
        <p:nvSpPr>
          <p:cNvPr id="4" name="By focusing on proven opportunities, we're turni…">
            <a:extLst xmlns:a="http://schemas.openxmlformats.org/drawingml/2006/main">
              <a:ext uri="{FF2B5EF4-FFF2-40B4-BE49-F238E27FC236}">
                <a16:creationId xmlns:a16="http://schemas.microsoft.com/office/drawing/2014/main" id="{6375C5FD-7F24-4B32-9557-8633E7D34BB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5802916" y="4014334"/>
            <a:ext cx="5335905" cy="1188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1440" rIns="91440" tIns="45720" bIns="45720">
            <a:spAutoFit/>
          </a:bodyPr>
          <a:lstStyle xmlns:a="http://schemas.openxmlformats.org/drawingml/2006/main">
            <a:defPPr>
              <a:defRPr sz="2400" b="0" i="0">
                <a:solidFill>
                  <a:srgbClr val="FFFFFF">
                    <a:alpha val="70200"/>
                  </a:srgbClr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</a:pPr>
            <a:r>
              <a:rPr sz="2400" b="0" i="0" u="none" spc="0" baseline="0">
                <a:solidFill>
                  <a:srgbClr val="FFFFFF">
                    <a:alpha val="70196"/>
                  </a:srgbClr>
                </a:solidFill>
                <a:highlight>
                  <a:srgbClr val="000000">
                    <a:alpha val="0"/>
                  </a:srgbClr>
                </a:highlight>
                <a:latin typeface="Georgia"/>
                <a:ea typeface="Georgia"/>
                <a:cs typeface="Georgia"/>
              </a:rPr>
              <a:t>By focusing on proven opportunities, we're turning today's momentum into tomorrow's advantage.</a:t>
            </a:r>
          </a:p>
        </p:txBody>
      </p:sp>
    </p:spTree>
    <p:extLst>
      <p:ext uri="{BB962C8B-B14F-4D97-AF65-F5344CB8AC3E}">
        <p14:creationId xmlns:p14="http://schemas.microsoft.com/office/powerpoint/2010/main" val="2085985807"/>
      </p:ext>
    </p:extLst>
  </p:cSld>
</p:sld>
</file>

<file path=ppt/slides/slide4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mbition into action">
            <a:extLst xmlns:a="http://schemas.openxmlformats.org/drawingml/2006/main">
              <a:ext uri="{FF2B5EF4-FFF2-40B4-BE49-F238E27FC236}">
                <a16:creationId xmlns:a16="http://schemas.microsoft.com/office/drawing/2014/main" id="{A6D65255-5488-4717-B658-B7D148376CC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45166" y="1744855"/>
            <a:ext cx="5333749" cy="6629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1440" rIns="91440" tIns="45720" bIns="45720">
            <a:spAutoFit/>
          </a:bodyPr>
          <a:lstStyle xmlns:a="http://schemas.openxmlformats.org/drawingml/2006/main">
            <a:defPPr>
              <a:defRPr sz="3750" b="1" i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defPPr>
          </a:lstStyle>
          <a:p xmlns:a="http://schemas.openxmlformats.org/drawingml/2006/main">
            <a:pPr marL="0" indent="0">
              <a:lnSpc>
                <a:spcPct val="100000"/>
              </a:lnSpc>
            </a:pPr>
            <a:r>
              <a:rPr sz="3750" b="0" i="1" u="none" spc="0" baseline="0">
                <a:solidFill>
                  <a:srgbClr val="FFFFFF"/>
                </a:solidFill>
                <a:highlight>
                  <a:srgbClr val="000000">
                    <a:alpha val="0"/>
                  </a:srgbClr>
                </a:highlight>
                <a:latin typeface="Verdana"/>
                <a:ea typeface="Verdana"/>
                <a:cs typeface="Verdana"/>
              </a:rPr>
              <a:t>Ambition into action</a:t>
            </a:r>
          </a:p>
        </p:txBody>
      </p:sp>
      <p:sp>
        <p:nvSpPr>
          <p:cNvPr id="3" name="Our vision for 2027 is bold, focused, and ground…">
            <a:extLst xmlns:a="http://schemas.openxmlformats.org/drawingml/2006/main">
              <a:ext uri="{FF2B5EF4-FFF2-40B4-BE49-F238E27FC236}">
                <a16:creationId xmlns:a16="http://schemas.microsoft.com/office/drawing/2014/main" id="{444DA85F-3EDD-4C9C-A6A3-4AF51771859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45166" y="2622144"/>
            <a:ext cx="5335905" cy="1188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1440" rIns="91440" tIns="45720" bIns="45720">
            <a:spAutoFit/>
          </a:bodyPr>
          <a:lstStyle xmlns:a="http://schemas.openxmlformats.org/drawingml/2006/main">
            <a:defPPr>
              <a:defRPr sz="2400" b="0" i="0">
                <a:solidFill>
                  <a:srgbClr val="FFFFFF">
                    <a:alpha val="70200"/>
                  </a:srgbClr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</a:pPr>
            <a:r>
              <a:rPr b="0" i="0" u="none" baseline="0">
                <a:highlight>
                  <a:srgbClr val="000000">
                    <a:alpha val="0"/>
                  </a:srgbClr>
                </a:highlight>
              </a:rPr>
              <a:t>Our vision for 2027 is bold, focused, and grounded in measurable outcomes.</a:t>
            </a:r>
          </a:p>
        </p:txBody>
      </p:sp>
      <p:sp>
        <p:nvSpPr>
          <p:cNvPr id="4" name="Through strategic investments and disciplined ex…">
            <a:extLst xmlns:a="http://schemas.openxmlformats.org/drawingml/2006/main">
              <a:ext uri="{FF2B5EF4-FFF2-40B4-BE49-F238E27FC236}">
                <a16:creationId xmlns:a16="http://schemas.microsoft.com/office/drawing/2014/main" id="{6375C5FD-7F24-4B32-9557-8633E7D34BB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945166" y="4014334"/>
            <a:ext cx="5335905" cy="1554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1440" rIns="91440" tIns="45720" bIns="45720">
            <a:spAutoFit/>
          </a:bodyPr>
          <a:lstStyle xmlns:a="http://schemas.openxmlformats.org/drawingml/2006/main">
            <a:defPPr>
              <a:defRPr sz="2400" b="0" i="0">
                <a:solidFill>
                  <a:srgbClr val="FFFFFF">
                    <a:alpha val="70200"/>
                  </a:srgbClr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</a:pPr>
            <a:r>
              <a:rPr b="0" i="0" u="none" baseline="0">
                <a:highlight>
                  <a:srgbClr val="000000">
                    <a:alpha val="0"/>
                  </a:srgbClr>
                </a:highlight>
              </a:rPr>
              <a:t>Through strategic investments and disciplined execution, we're transforming ambition into meaningful progress.</a:t>
            </a:r>
          </a:p>
        </p:txBody>
      </p:sp>
    </p:spTree>
    <p:extLst>
      <p:ext uri="{BB962C8B-B14F-4D97-AF65-F5344CB8AC3E}">
        <p14:creationId xmlns:p14="http://schemas.microsoft.com/office/powerpoint/2010/main" val="2085985807"/>
      </p:ext>
    </p:extLst>
  </p:cSld>
</p:sld>
</file>

<file path=ppt/slides/slide5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trengthening our Foundation">
            <a:extLst xmlns:a="http://schemas.openxmlformats.org/drawingml/2006/main">
              <a:ext uri="{FF2B5EF4-FFF2-40B4-BE49-F238E27FC236}">
                <a16:creationId xmlns:a16="http://schemas.microsoft.com/office/drawing/2014/main" id="{4B9A19DC-6E3F-49AC-905F-5449AA3C76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9218" y="461914"/>
            <a:ext cx="7593058" cy="6629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1440" rIns="91440" tIns="45720" bIns="45720">
            <a:spAutoFit/>
          </a:bodyPr>
          <a:lstStyle xmlns:a="http://schemas.openxmlformats.org/drawingml/2006/main">
            <a:defPPr>
              <a:defRPr sz="3750" b="1" i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defPPr>
          </a:lstStyle>
          <a:p xmlns:a="http://schemas.openxmlformats.org/drawingml/2006/main">
            <a:pPr marL="0" indent="0">
              <a:lnSpc>
                <a:spcPct val="100000"/>
              </a:lnSpc>
            </a:pPr>
            <a:r>
              <a:rPr sz="3750" b="0" i="1" u="none" spc="0" baseline="0">
                <a:solidFill>
                  <a:srgbClr val="FFFFFF"/>
                </a:solidFill>
                <a:highlight>
                  <a:srgbClr val="000000">
                    <a:alpha val="0"/>
                  </a:srgbClr>
                </a:highlight>
                <a:latin typeface="Verdana"/>
                <a:ea typeface="Verdana"/>
                <a:cs typeface="Verdana"/>
              </a:rPr>
              <a:t>Strengthening our Foundation</a:t>
            </a:r>
          </a:p>
        </p:txBody>
      </p:sp>
      <p:sp>
        <p:nvSpPr>
          <p:cNvPr id="3" name="We're attracting exceptional talent and empoweri…">
            <a:extLst xmlns:a="http://schemas.openxmlformats.org/drawingml/2006/main">
              <a:ext uri="{FF2B5EF4-FFF2-40B4-BE49-F238E27FC236}">
                <a16:creationId xmlns:a16="http://schemas.microsoft.com/office/drawing/2014/main" id="{A671ACD0-779A-4B2C-B073-C7BA6294546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13974" y="2458931"/>
            <a:ext cx="11275496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1440" rIns="91440" tIns="45720" bIns="45720">
            <a:spAutoFit/>
          </a:bodyPr>
          <a:lstStyle xmlns:a="http://schemas.openxmlformats.org/drawingml/2006/main">
            <a:defPPr>
              <a:defRPr sz="2400" b="0" i="0">
                <a:solidFill>
                  <a:srgbClr val="FFFFFF">
                    <a:alpha val="70000"/>
                  </a:srgbClr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</a:pPr>
            <a:r>
              <a:rPr b="0" i="0" u="none" baseline="0">
                <a:highlight>
                  <a:srgbClr val="000000">
                    <a:alpha val="0"/>
                  </a:srgbClr>
                </a:highlight>
              </a:rPr>
              <a:t>We're attracting exceptional talent and empowering our teams with the skills, resources, and leadership needed to drive sustainable growth.</a:t>
            </a:r>
          </a:p>
        </p:txBody>
      </p:sp>
      <p:sp>
        <p:nvSpPr>
          <p:cNvPr id="5" name="Investing in our people">
            <a:extLst xmlns:a="http://schemas.openxmlformats.org/drawingml/2006/main">
              <a:ext uri="{FF2B5EF4-FFF2-40B4-BE49-F238E27FC236}">
                <a16:creationId xmlns:a16="http://schemas.microsoft.com/office/drawing/2014/main" id="{C4396986-2FB9-433D-9C85-F0B5B5AF328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1791" y="1995142"/>
            <a:ext cx="8994727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1440" rIns="91440" tIns="45720" bIns="45720">
            <a:spAutoFit/>
          </a:bodyPr>
          <a:lstStyle xmlns:a="http://schemas.openxmlformats.org/drawingml/2006/main">
            <a:defPPr>
              <a:defRPr sz="2400" b="1" i="0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</a:pPr>
            <a:r>
              <a:rPr b="1" i="0" u="none" baseline="0">
                <a:highlight>
                  <a:srgbClr val="000000">
                    <a:alpha val="0"/>
                  </a:srgbClr>
                </a:highlight>
                <a:latin typeface="Verdana"/>
                <a:ea typeface="Verdana"/>
                <a:cs typeface="Verdana"/>
              </a:rPr>
              <a:t>Investing in our people</a:t>
            </a:r>
          </a:p>
        </p:txBody>
      </p:sp>
      <p:sp>
        <p:nvSpPr>
          <p:cNvPr id="6" name="We're modernizing our infrastructure and streaml…">
            <a:extLst xmlns:a="http://schemas.openxmlformats.org/drawingml/2006/main">
              <a:ext uri="{FF2B5EF4-FFF2-40B4-BE49-F238E27FC236}">
                <a16:creationId xmlns:a16="http://schemas.microsoft.com/office/drawing/2014/main" id="{0CF0958E-22C5-47C2-8F4A-C1A4CC8C2FA0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07116" y="4037983"/>
            <a:ext cx="11280171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1440" rIns="91440" tIns="45720" bIns="45720">
            <a:spAutoFit/>
          </a:bodyPr>
          <a:lstStyle xmlns:a="http://schemas.openxmlformats.org/drawingml/2006/main">
            <a:defPPr>
              <a:defRPr sz="2400" b="0" i="0">
                <a:solidFill>
                  <a:srgbClr val="FFFFFF">
                    <a:alpha val="70000"/>
                  </a:srgbClr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</a:pPr>
            <a:r>
              <a:rPr b="0" i="0" u="none" baseline="0">
                <a:highlight>
                  <a:srgbClr val="000000">
                    <a:alpha val="0"/>
                  </a:srgbClr>
                </a:highlight>
              </a:rPr>
              <a:t>We're modernizing our infrastructure and streamlining operations to support greater efficiency, flexibility, and expansion.</a:t>
            </a:r>
          </a:p>
        </p:txBody>
      </p:sp>
      <p:sp>
        <p:nvSpPr>
          <p:cNvPr id="7" name="Building for scale">
            <a:extLst xmlns:a="http://schemas.openxmlformats.org/drawingml/2006/main">
              <a:ext uri="{FF2B5EF4-FFF2-40B4-BE49-F238E27FC236}">
                <a16:creationId xmlns:a16="http://schemas.microsoft.com/office/drawing/2014/main" id="{0224B816-F496-419E-9A1D-AD325A204711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607116" y="3586413"/>
            <a:ext cx="8999402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1440" rIns="91440" tIns="45720" bIns="45720">
            <a:spAutoFit/>
          </a:bodyPr>
          <a:lstStyle xmlns:a="http://schemas.openxmlformats.org/drawingml/2006/main">
            <a:defPPr>
              <a:defRPr sz="2400" b="1" i="0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</a:pPr>
            <a:r>
              <a:rPr b="1" i="0" u="none" baseline="0">
                <a:highlight>
                  <a:srgbClr val="000000">
                    <a:alpha val="0"/>
                  </a:srgbClr>
                </a:highlight>
                <a:latin typeface="Verdana"/>
                <a:ea typeface="Verdana"/>
                <a:cs typeface="Verdana"/>
              </a:rPr>
              <a:t>Building for scale</a:t>
            </a:r>
          </a:p>
        </p:txBody>
      </p:sp>
      <p:sp>
        <p:nvSpPr>
          <p:cNvPr id="8" name="We're strengthening our core capabilities and in…">
            <a:extLst xmlns:a="http://schemas.openxmlformats.org/drawingml/2006/main">
              <a:ext uri="{FF2B5EF4-FFF2-40B4-BE49-F238E27FC236}">
                <a16:creationId xmlns:a16="http://schemas.microsoft.com/office/drawing/2014/main" id="{AFCCB529-0E51-445D-978A-901F66CFAD8F}"/>
              </a:ext>
            </a:extLst>
          </p:cNvPr>
          <p:cNvSpPr>
            <a:spLocks xmlns:a="http://schemas.openxmlformats.org/drawingml/2006/main" noGrp="1"/>
          </p:cNvSpPr>
          <p:nvPr>
            <p:ph type="body" idx="5"/>
          </p:nvPr>
        </p:nvSpPr>
        <p:spPr>
          <a:xfrm xmlns:a="http://schemas.openxmlformats.org/drawingml/2006/main">
            <a:off x="611791" y="5619133"/>
            <a:ext cx="11280171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1440" rIns="91440" tIns="45720" bIns="45720">
            <a:spAutoFit/>
          </a:bodyPr>
          <a:lstStyle xmlns:a="http://schemas.openxmlformats.org/drawingml/2006/main">
            <a:defPPr>
              <a:defRPr sz="2400" b="0" i="0">
                <a:solidFill>
                  <a:srgbClr val="FFFFFF">
                    <a:alpha val="70000"/>
                  </a:srgbClr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</a:pPr>
            <a:r>
              <a:rPr b="0" i="0" u="none" baseline="0">
                <a:highlight>
                  <a:srgbClr val="000000">
                    <a:alpha val="0"/>
                  </a:srgbClr>
                </a:highlight>
              </a:rPr>
              <a:t>We're strengthening our core capabilities and investing in the systems that will sustain our momentum well beyond 2027.</a:t>
            </a:r>
          </a:p>
        </p:txBody>
      </p:sp>
      <p:sp>
        <p:nvSpPr>
          <p:cNvPr id="9" name="Creating lasting value">
            <a:extLst xmlns:a="http://schemas.openxmlformats.org/drawingml/2006/main">
              <a:ext uri="{FF2B5EF4-FFF2-40B4-BE49-F238E27FC236}">
                <a16:creationId xmlns:a16="http://schemas.microsoft.com/office/drawing/2014/main" id="{EBD2A50B-1AD6-453C-ACF0-2F961927411D}"/>
              </a:ext>
            </a:extLst>
          </p:cNvPr>
          <p:cNvSpPr>
            <a:spLocks xmlns:a="http://schemas.openxmlformats.org/drawingml/2006/main" noGrp="1"/>
          </p:cNvSpPr>
          <p:nvPr>
            <p:ph type="body" idx="6"/>
          </p:nvPr>
        </p:nvSpPr>
        <p:spPr>
          <a:xfrm xmlns:a="http://schemas.openxmlformats.org/drawingml/2006/main">
            <a:off x="611791" y="5160326"/>
            <a:ext cx="8999402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1440" rIns="91440" tIns="45720" bIns="45720">
            <a:spAutoFit/>
          </a:bodyPr>
          <a:lstStyle xmlns:a="http://schemas.openxmlformats.org/drawingml/2006/main">
            <a:defPPr>
              <a:defRPr sz="2400" b="1" i="0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</a:pPr>
            <a:r>
              <a:rPr b="1" i="0" u="none" baseline="0">
                <a:highlight>
                  <a:srgbClr val="000000">
                    <a:alpha val="0"/>
                  </a:srgbClr>
                </a:highlight>
                <a:latin typeface="Verdana"/>
                <a:ea typeface="Verdana"/>
                <a:cs typeface="Verdana"/>
              </a:rPr>
              <a:t>Creating lasting value</a:t>
            </a:r>
          </a:p>
        </p:txBody>
      </p:sp>
    </p:spTree>
    <p:extLst>
      <p:ext uri="{BB962C8B-B14F-4D97-AF65-F5344CB8AC3E}">
        <p14:creationId xmlns:p14="http://schemas.microsoft.com/office/powerpoint/2010/main" val="2085985807"/>
      </p:ext>
    </p:extLst>
  </p:cSld>
</p:sld>
</file>

<file path=ppt/slides/slide6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Q&amp;A">
            <a:extLst xmlns:a="http://schemas.openxmlformats.org/drawingml/2006/main">
              <a:ext uri="{FF2B5EF4-FFF2-40B4-BE49-F238E27FC236}">
                <a16:creationId xmlns:a16="http://schemas.microsoft.com/office/drawing/2014/main" id="{2C7396AF-05E1-4B15-BBC5-DA128340A8C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108291" y="1930109"/>
            <a:ext cx="3975417" cy="1920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91440" rIns="91440" tIns="45720" bIns="45720">
            <a:spAutoFit/>
          </a:bodyPr>
          <a:lstStyle xmlns:a="http://schemas.openxmlformats.org/drawingml/2006/main">
            <a:defPPr algn="ctr">
              <a:defRPr sz="12000" b="1" i="0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defPPr>
          </a:lstStyle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000" b="1" i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2085985807"/>
      </p:ext>
    </p:extLst>
  </p:cSld>
</p:sld>
</file>

<file path=ppt/theme/templateTheme.xml><?xml version="1.0" encoding="utf-8"?>
<a:theme xmlns:a="http://schemas.openxmlformats.org/drawingml/2006/main" name="Growth Strategy">
  <a:themeElements>
    <a:clrScheme name="Growth Strategy">
      <a:dk1>
        <a:srgbClr val="000000"/>
      </a:dk1>
      <a:lt1>
        <a:srgbClr val="FFFFFF"/>
      </a:lt1>
      <a:dk2>
        <a:srgbClr val="0A4F34"/>
      </a:dk2>
      <a:lt2>
        <a:srgbClr val="FFFFFF"/>
      </a:lt2>
      <a:accent1>
        <a:srgbClr val="0A4F34"/>
      </a:accent1>
      <a:accent2>
        <a:srgbClr val="FFFFFF"/>
      </a:accent2>
      <a:accent3>
        <a:srgbClr val="000000"/>
      </a:accent3>
      <a:accent4>
        <a:srgbClr val="0A4F34"/>
      </a:accent4>
      <a:accent5>
        <a:srgbClr val="FFFFFF"/>
      </a:accent5>
      <a:accent6>
        <a:srgbClr val="000000"/>
      </a:accent6>
      <a:hlink>
        <a:srgbClr val="FFFFFF"/>
      </a:hlink>
      <a:folHlink>
        <a:srgbClr val="FFFFFF"/>
      </a:folHlink>
    </a:clrScheme>
    <a:fontScheme name="Growth Strategy">
      <a:majorFont>
        <a:latin typeface="Verdana"/>
        <a:ea typeface=""/>
        <a:cs typeface=""/>
      </a:majorFont>
      <a:minorFont>
        <a:latin typeface="Georgia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ns0:coreProperties xmlns:dc="http://purl.org/dc/elements/1.1/" xmlns:ns0="http://schemas.openxmlformats.org/package/2006/metadata/core-properties" xmlns:ns2="http://purl.org/dc/terms/" xmlns:xsi="http://www.w3.org/2001/XMLSchema-instance">
  <dc:creator/>
  <ns0:lastModifiedBy/>
  <dc:title>Presentation</dc:title>
  <ns2:created xsi:type="dcterms:W3CDTF"/>
  <ns2:modified xsi:type="dcterms:W3CDTF"/>
</ns0:coreProperties>
</file>