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3648" r:id="rId1"/>
  </p:sldMasterIdLst>
  <p:notesMasterIdLst>
    <p:notesMasterId r:id="rId16"/>
  </p:notesMasterIdLst>
  <p:sldIdLst>
    <p:sldId id="256" r:id="rId2"/>
    <p:sldId id="366" r:id="rId3"/>
    <p:sldId id="286" r:id="rId4"/>
    <p:sldId id="394" r:id="rId5"/>
    <p:sldId id="397" r:id="rId6"/>
    <p:sldId id="358" r:id="rId7"/>
    <p:sldId id="378" r:id="rId8"/>
    <p:sldId id="363" r:id="rId9"/>
    <p:sldId id="360" r:id="rId10"/>
    <p:sldId id="353" r:id="rId11"/>
    <p:sldId id="398" r:id="rId12"/>
    <p:sldId id="337" r:id="rId13"/>
    <p:sldId id="317" r:id="rId14"/>
    <p:sldId id="399" r:id="rId15"/>
  </p:sldIdLst>
  <p:sldSz cx="12192000" cy="6858000"/>
  <p:notesSz cx="6858000" cy="9144000"/>
  <p:embeddedFontLst>
    <p:embeddedFont>
      <p:font typeface="Lora Medium" pitchFamily="2" charset="77"/>
      <p:regular r:id="rId17"/>
      <p:italic r:id="rId18"/>
    </p:embeddedFont>
    <p:embeddedFont>
      <p:font typeface="Lora SemiBold" pitchFamily="2" charset="77"/>
      <p:regular r:id="rId19"/>
      <p:bold r:id="rId20"/>
      <p:italic r:id="rId21"/>
      <p:boldItalic r:id="rId22"/>
    </p:embeddedFont>
    <p:embeddedFont>
      <p:font typeface="OpenAI Sans" panose="020B0004030202060203" pitchFamily="34" charset="77"/>
      <p:regular r:id="rId23"/>
      <p:bold r:id="rId24"/>
      <p:italic r:id="rId25"/>
      <p:boldItalic r:id="rId26"/>
    </p:embeddedFont>
    <p:embeddedFont>
      <p:font typeface="Roboto" panose="02000000000000000000" pitchFamily="2" charset="0"/>
      <p:regular r:id="rId27"/>
      <p:bold r:id="rId28"/>
      <p:italic r:id="rId29"/>
      <p:boldItalic r:id="rId30"/>
    </p:embeddedFont>
    <p:embeddedFont>
      <p:font typeface="Roboto Medium" panose="02000000000000000000" pitchFamily="2" charset="0"/>
      <p:regular r:id="rId31"/>
      <p:italic r:id="rId32"/>
    </p:embeddedFont>
    <p:embeddedFont>
      <p:font typeface="Roboto SemiBold" panose="02000000000000000000" pitchFamily="2" charset="0"/>
      <p:regular r:id="rId33"/>
      <p:bold r:id="rId34"/>
      <p:italic r:id="rId35"/>
      <p:boldItalic r:id="rId36"/>
    </p:embeddedFont>
    <p:embeddedFont>
      <p:font typeface="Roboto Serif 14pt" pitchFamily="2" charset="77"/>
      <p:regular r:id="rId37"/>
      <p:bold r:id="rId38"/>
      <p:italic r:id="rId39"/>
      <p:boldItalic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4658"/>
  </p:normalViewPr>
  <p:slideViewPr>
    <p:cSldViewPr snapToGrid="0">
      <p:cViewPr varScale="1">
        <p:scale>
          <a:sx n="116" d="100"/>
          <a:sy n="116" d="100"/>
        </p:scale>
        <p:origin x="1024"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font" Target="fonts/font13.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1.6</c:v>
                </c:pt>
                <c:pt idx="1">
                  <c:v>2.2000000000000002</c:v>
                </c:pt>
                <c:pt idx="2">
                  <c:v>3.5</c:v>
                </c:pt>
                <c:pt idx="3">
                  <c:v>5.8</c:v>
                </c:pt>
              </c:numCache>
            </c:numRef>
          </c:val>
          <c:extLst>
            <c:ext xmlns:c16="http://schemas.microsoft.com/office/drawing/2014/char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Series 2</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1.7</c:v>
                </c:pt>
                <c:pt idx="1">
                  <c:v>2.4</c:v>
                </c:pt>
                <c:pt idx="2">
                  <c:v>5</c:v>
                </c:pt>
                <c:pt idx="3">
                  <c:v>8</c:v>
                </c:pt>
              </c:numCache>
            </c:numRef>
          </c:val>
          <c:smooth val="0"/>
          <c:extLst>
            <c:ext xmlns:c16="http://schemas.microsoft.com/office/drawing/2014/char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1.3821697687269586E-2"/>
          <c:y val="2.527575450117403E-2"/>
        </c:manualLayout>
      </c:layout>
      <c:overlay val="0"/>
      <c:spPr>
        <a:noFill/>
        <a:ln>
          <a:noFill/>
        </a:ln>
        <a:effectLst/>
      </c:spPr>
      <c:txPr>
        <a:bodyPr rot="0" spcFirstLastPara="1" vertOverflow="ellipsis" vert="horz" wrap="square" anchor="ctr" anchorCtr="1"/>
        <a:lstStyle/>
        <a:p>
          <a:pPr>
            <a:defRPr sz="1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2455523605030237E-2"/>
          <c:y val="0.16727494328876974"/>
          <c:w val="0.89079564466982142"/>
          <c:h val="0.69664696219264577"/>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1.6</c:v>
                </c:pt>
                <c:pt idx="1">
                  <c:v>2.2000000000000002</c:v>
                </c:pt>
                <c:pt idx="2">
                  <c:v>3.5</c:v>
                </c:pt>
                <c:pt idx="3">
                  <c:v>5.8</c:v>
                </c:pt>
              </c:numCache>
            </c:numRef>
          </c:val>
          <c:extLst>
            <c:ext xmlns:c16="http://schemas.microsoft.com/office/drawing/2014/chart" uri="{C3380CC4-5D6E-409C-BE32-E72D297353CC}">
              <c16:uniqueId val="{00000000-230A-0D4B-B6D2-57328A27E5E2}"/>
            </c:ext>
          </c:extLst>
        </c:ser>
        <c:dLbls>
          <c:showLegendKey val="0"/>
          <c:showVal val="0"/>
          <c:showCatName val="0"/>
          <c:showSerName val="0"/>
          <c:showPercent val="0"/>
          <c:showBubbleSize val="0"/>
        </c:dLbls>
        <c:gapWidth val="83"/>
        <c:axId val="1785928255"/>
        <c:axId val="1769229823"/>
      </c:barChart>
      <c:lineChart>
        <c:grouping val="standard"/>
        <c:varyColors val="0"/>
        <c:ser>
          <c:idx val="1"/>
          <c:order val="1"/>
          <c:tx>
            <c:strRef>
              <c:f>Sheet1!$C$1</c:f>
              <c:strCache>
                <c:ptCount val="1"/>
                <c:pt idx="0">
                  <c:v>Series 2</c:v>
                </c:pt>
              </c:strCache>
            </c:strRef>
          </c:tx>
          <c:spPr>
            <a:ln w="28575" cap="rnd">
              <a:solidFill>
                <a:schemeClr val="tx2">
                  <a:lumMod val="50000"/>
                  <a:lumOff val="50000"/>
                </a:schemeClr>
              </a:solidFill>
              <a:round/>
            </a:ln>
            <a:effectLst/>
          </c:spPr>
          <c:marker>
            <c:symbol val="circle"/>
            <c:size val="6"/>
            <c:spPr>
              <a:solidFill>
                <a:schemeClr val="tx2">
                  <a:lumMod val="50000"/>
                  <a:lumOff val="50000"/>
                </a:schemeClr>
              </a:solidFill>
              <a:ln w="9525">
                <a:solidFill>
                  <a:schemeClr val="tx2">
                    <a:lumMod val="50000"/>
                    <a:lumOff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1.7</c:v>
                </c:pt>
                <c:pt idx="1">
                  <c:v>2.4</c:v>
                </c:pt>
                <c:pt idx="2">
                  <c:v>5</c:v>
                </c:pt>
                <c:pt idx="3">
                  <c:v>8</c:v>
                </c:pt>
              </c:numCache>
            </c:numRef>
          </c:val>
          <c:smooth val="0"/>
          <c:extLst>
            <c:ext xmlns:c16="http://schemas.microsoft.com/office/drawing/2014/chart" uri="{C3380CC4-5D6E-409C-BE32-E72D297353CC}">
              <c16:uniqueId val="{00000001-230A-0D4B-B6D2-57328A27E5E2}"/>
            </c:ext>
          </c:extLst>
        </c:ser>
        <c:dLbls>
          <c:showLegendKey val="0"/>
          <c:showVal val="0"/>
          <c:showCatName val="0"/>
          <c:showSerName val="0"/>
          <c:showPercent val="0"/>
          <c:showBubbleSize val="0"/>
        </c:dLbls>
        <c:marker val="1"/>
        <c:smooth val="0"/>
        <c:axId val="1785928255"/>
        <c:axId val="1769229823"/>
      </c:lineChart>
      <c:catAx>
        <c:axId val="178592825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769229823"/>
        <c:crosses val="autoZero"/>
        <c:auto val="1"/>
        <c:lblAlgn val="ctr"/>
        <c:lblOffset val="100"/>
        <c:noMultiLvlLbl val="0"/>
      </c:catAx>
      <c:valAx>
        <c:axId val="1769229823"/>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Helvetica Neue Medium" panose="02000503000000020004" pitchFamily="2" charset="0"/>
                <a:ea typeface="Helvetica Neue Medium" panose="02000503000000020004" pitchFamily="2" charset="0"/>
                <a:cs typeface="Helvetica Neue Medium" panose="02000503000000020004" pitchFamily="2" charset="0"/>
              </a:defRPr>
            </a:pPr>
            <a:endParaRPr lang="en-US"/>
          </a:p>
        </c:txPr>
        <c:crossAx val="1785928255"/>
        <c:crosses val="autoZero"/>
        <c:crossBetween val="between"/>
      </c:valAx>
      <c:spPr>
        <a:noFill/>
        <a:ln>
          <a:noFill/>
        </a:ln>
        <a:effectLst/>
      </c:spPr>
    </c:plotArea>
    <c:legend>
      <c:legendPos val="b"/>
      <c:layout>
        <c:manualLayout>
          <c:xMode val="edge"/>
          <c:yMode val="edge"/>
          <c:x val="0.58067453497943666"/>
          <c:y val="2.738737462131148E-2"/>
          <c:w val="0.39987338466900668"/>
          <c:h val="4.6123948895864915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7/7/26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AAA0A2-FFE2-354C-9768-C35E42B6251D}" type="slidenum">
              <a:rPr lang="en-US" smtClean="0"/>
              <a:t>1</a:t>
            </a:fld>
            <a:endParaRPr lang="en-US"/>
          </a:p>
        </p:txBody>
      </p:sp>
    </p:spTree>
    <p:extLst>
      <p:ext uri="{BB962C8B-B14F-4D97-AF65-F5344CB8AC3E}">
        <p14:creationId xmlns:p14="http://schemas.microsoft.com/office/powerpoint/2010/main" val="3596334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AAA0A2-FFE2-354C-9768-C35E42B6251D}" type="slidenum">
              <a:rPr lang="en-US" smtClean="0"/>
              <a:t>2</a:t>
            </a:fld>
            <a:endParaRPr lang="en-US"/>
          </a:p>
        </p:txBody>
      </p:sp>
    </p:spTree>
    <p:extLst>
      <p:ext uri="{BB962C8B-B14F-4D97-AF65-F5344CB8AC3E}">
        <p14:creationId xmlns:p14="http://schemas.microsoft.com/office/powerpoint/2010/main" val="3561787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FB72F921-54D6-E907-7BBA-A2D08F3DCA86}"/>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1DBDF75A-5C6A-7C74-D0A7-94385DBCACE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E2C6E797-3671-7C12-6FF8-CDD9BCC4DE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6960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E30C862B-049F-B436-7F35-91EE3D911DCC}"/>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EF9CC9C-1F90-C4AD-F667-199F86F685D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58CD0644-321E-6D30-5913-BFF9A2B8E3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402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B30B3C1-D818-E0F9-1E40-85E862088E8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33E18C8F-F2F8-56EA-C905-4B0E377B0BE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25ECFD9E-E6AC-EBEE-FC82-79604D288B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4431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8CFF8FD1-F32C-FBBD-584A-C36FE0DF491E}"/>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C2432F26-92DC-62C8-ED09-AB1B1F5F551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3E256758-F923-3503-0236-6FA20A85D2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4701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8A5A6CCB-F299-ADEB-D492-5FE3101CBB0B}"/>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16137CCB-04A6-5F38-95AD-985416E1A47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D091A5E6-876C-B5D0-B6CE-ECBD1EA864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1533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D2FA91CC-0B77-6DA0-1482-7083FF9F63F7}"/>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FF79B991-DA38-9CBA-D34B-4F082108B24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FA8076AB-FD4D-6EBD-3F87-066813F800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0285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E067008F-DEAC-B8F4-2359-205F6F195BA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D0E8783A-C49B-DC37-27A0-5B583D55093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12AD1EB6-38FE-E70D-9542-BC488087EC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4995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71054682-DD96-8E88-C2CA-AB1496CA8B1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F4203AA1-1C05-EDFC-35F9-DD3970DA60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DF80D632-F012-4540-2F11-B1545774C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6200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660624CF-871F-6C1A-3A40-064D75817138}"/>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517905A2-2B1F-6EBD-F467-D5DA4CFF579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836FD638-E9DC-1F2D-C7CC-0F9E5672A5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4251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D84C-D0F8-BA3C-FB72-70B27535FF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D9C57-F2D4-0074-5E69-DF23767A5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FC5DF4-FB2A-E8CB-7686-BDF529D24F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AF5558-A05B-DB2E-9D41-A1A56C32A34D}"/>
              </a:ext>
            </a:extLst>
          </p:cNvPr>
          <p:cNvSpPr>
            <a:spLocks noGrp="1"/>
          </p:cNvSpPr>
          <p:nvPr>
            <p:ph type="sldNum" sz="quarter" idx="5"/>
          </p:nvPr>
        </p:nvSpPr>
        <p:spPr/>
        <p:txBody>
          <a:bodyPr/>
          <a:lstStyle/>
          <a:p>
            <a:fld id="{F9AAA0A2-FFE2-354C-9768-C35E42B6251D}" type="slidenum">
              <a:rPr lang="en-US" smtClean="0"/>
              <a:t>14</a:t>
            </a:fld>
            <a:endParaRPr lang="en-US"/>
          </a:p>
        </p:txBody>
      </p:sp>
    </p:spTree>
    <p:extLst>
      <p:ext uri="{BB962C8B-B14F-4D97-AF65-F5344CB8AC3E}">
        <p14:creationId xmlns:p14="http://schemas.microsoft.com/office/powerpoint/2010/main" val="42066255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b="1" i="0">
                <a:latin typeface="Lora SemiBold" pitchFamily="2" charset="77"/>
              </a:defRPr>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699" y="6279294"/>
            <a:ext cx="8129411"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294"/>
            <a:ext cx="87051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294"/>
            <a:ext cx="74930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699" y="6279294"/>
            <a:ext cx="846664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699" y="6279294"/>
            <a:ext cx="7361767"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294"/>
            <a:ext cx="7587544"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294"/>
            <a:ext cx="7531100" cy="241898"/>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Lst>
  <p:hf hdr="0" dt="0"/>
  <p:txStyles>
    <p:titleStyle>
      <a:lvl1pPr algn="l" defTabSz="914400" rtl="0" eaLnBrk="1" latinLnBrk="0" hangingPunct="1">
        <a:lnSpc>
          <a:spcPct val="90000"/>
        </a:lnSpc>
        <a:spcBef>
          <a:spcPct val="0"/>
        </a:spcBef>
        <a:buNone/>
        <a:defRPr sz="2900" b="1" i="0" kern="1200">
          <a:solidFill>
            <a:schemeClr val="tx1"/>
          </a:solidFill>
          <a:latin typeface="Lora SemiBold" pitchFamily="2" charset="77"/>
          <a:ea typeface="+mj-ea"/>
          <a:cs typeface="Roboto Serif 14pt Medium"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520"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809B0-D483-45C1-B580-B57BB5CC520A}"/>
              </a:ext>
            </a:extLst>
          </p:cNvPr>
          <p:cNvSpPr>
            <a:spLocks noGrp="1"/>
          </p:cNvSpPr>
          <p:nvPr>
            <p:ph type="ctrTitle"/>
          </p:nvPr>
        </p:nvSpPr>
        <p:spPr>
          <a:xfrm>
            <a:off x="569969" y="1444887"/>
            <a:ext cx="9448800" cy="1726468"/>
          </a:xfrm>
        </p:spPr>
        <p:txBody>
          <a:bodyPr anchor="t">
            <a:noAutofit/>
          </a:bodyPr>
          <a:lstStyle/>
          <a:p>
            <a:r>
              <a:rPr lang="en-US" sz="5500" dirty="0">
                <a:solidFill>
                  <a:schemeClr val="accent1"/>
                </a:solidFill>
                <a:latin typeface="Lora Medium" pitchFamily="2" charset="77"/>
                <a:cs typeface="Roboto Serif 14pt" pitchFamily="2" charset="77"/>
              </a:rPr>
              <a:t>Enterprise Quarterly Business Review</a:t>
            </a:r>
          </a:p>
        </p:txBody>
      </p:sp>
      <p:sp>
        <p:nvSpPr>
          <p:cNvPr id="5" name="Subtitle 4">
            <a:extLst>
              <a:ext uri="{FF2B5EF4-FFF2-40B4-BE49-F238E27FC236}">
                <a16:creationId xmlns:a16="http://schemas.microsoft.com/office/drawing/2014/main" id="{7DD11E6E-01C0-D6E4-28D7-D7F6B94AF61C}"/>
              </a:ext>
            </a:extLst>
          </p:cNvPr>
          <p:cNvSpPr>
            <a:spLocks noGrp="1"/>
          </p:cNvSpPr>
          <p:nvPr>
            <p:ph type="subTitle" idx="1"/>
          </p:nvPr>
        </p:nvSpPr>
        <p:spPr>
          <a:xfrm>
            <a:off x="603019" y="5077241"/>
            <a:ext cx="6304556" cy="1076208"/>
          </a:xfrm>
          <a:noFill/>
        </p:spPr>
        <p:txBody>
          <a:bodyPr>
            <a:noAutofit/>
          </a:bodyPr>
          <a:lstStyle/>
          <a:p>
            <a:pPr>
              <a:lnSpc>
                <a:spcPct val="120000"/>
              </a:lnSpc>
            </a:pPr>
            <a:r>
              <a:rPr lang="en-US" sz="1400" dirty="0">
                <a:solidFill>
                  <a:schemeClr val="accent2">
                    <a:lumMod val="50000"/>
                  </a:schemeClr>
                </a:solidFill>
              </a:rPr>
              <a:t>A structured review of Q1 2025 performance, strategic outcomes, and the operational plan for Q2. This deck covers our scorecard against targets, key initiatives delivered, value created, critical learnings, and the decisions needed to accelerate execution in the next quarter.</a:t>
            </a:r>
          </a:p>
        </p:txBody>
      </p:sp>
      <p:sp>
        <p:nvSpPr>
          <p:cNvPr id="6" name="Subtitle 4">
            <a:extLst>
              <a:ext uri="{FF2B5EF4-FFF2-40B4-BE49-F238E27FC236}">
                <a16:creationId xmlns:a16="http://schemas.microsoft.com/office/drawing/2014/main" id="{C66AB198-0518-67DE-AB81-D65264FDA20F}"/>
              </a:ext>
            </a:extLst>
          </p:cNvPr>
          <p:cNvSpPr txBox="1">
            <a:spLocks/>
          </p:cNvSpPr>
          <p:nvPr/>
        </p:nvSpPr>
        <p:spPr>
          <a:xfrm>
            <a:off x="603018" y="4606175"/>
            <a:ext cx="6304556" cy="320279"/>
          </a:xfrm>
          <a:prstGeom prst="rect">
            <a:avLst/>
          </a:prstGeom>
          <a:noFill/>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b="1" dirty="0">
                <a:solidFill>
                  <a:schemeClr val="accent1"/>
                </a:solidFill>
                <a:latin typeface="Roboto SemiBold" panose="02000000000000000000" pitchFamily="2" charset="0"/>
                <a:ea typeface="Roboto SemiBold" panose="02000000000000000000" pitchFamily="2" charset="0"/>
              </a:rPr>
              <a:t>Q3 2026</a:t>
            </a:r>
          </a:p>
        </p:txBody>
      </p:sp>
      <p:sp>
        <p:nvSpPr>
          <p:cNvPr id="10" name="Subtitle 4">
            <a:extLst>
              <a:ext uri="{FF2B5EF4-FFF2-40B4-BE49-F238E27FC236}">
                <a16:creationId xmlns:a16="http://schemas.microsoft.com/office/drawing/2014/main" id="{CC2E0538-5645-7BC8-CF3A-FDF31FD97820}"/>
              </a:ext>
            </a:extLst>
          </p:cNvPr>
          <p:cNvSpPr txBox="1">
            <a:spLocks/>
          </p:cNvSpPr>
          <p:nvPr/>
        </p:nvSpPr>
        <p:spPr>
          <a:xfrm>
            <a:off x="603018" y="555606"/>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2">
                    <a:lumMod val="90000"/>
                  </a:schemeClr>
                </a:solidFill>
                <a:latin typeface="Roboto Medium" panose="02000000000000000000" pitchFamily="2" charset="0"/>
                <a:ea typeface="Roboto Medium" panose="02000000000000000000" pitchFamily="2" charset="0"/>
              </a:rPr>
              <a:t>Company or team name</a:t>
            </a:r>
          </a:p>
        </p:txBody>
      </p:sp>
      <p:cxnSp>
        <p:nvCxnSpPr>
          <p:cNvPr id="7" name="Straight Connector 6">
            <a:extLst>
              <a:ext uri="{FF2B5EF4-FFF2-40B4-BE49-F238E27FC236}">
                <a16:creationId xmlns:a16="http://schemas.microsoft.com/office/drawing/2014/main" id="{89432B40-3197-639D-BB29-4C7C5CB396D4}"/>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0885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41967-5EF0-A8CE-385B-6D0A5866EC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08432E-6CC9-7470-65A5-7F6A330EFB4F}"/>
              </a:ext>
            </a:extLst>
          </p:cNvPr>
          <p:cNvSpPr>
            <a:spLocks noGrp="1"/>
          </p:cNvSpPr>
          <p:nvPr>
            <p:ph type="sldNum" sz="quarter" idx="4"/>
          </p:nvPr>
        </p:nvSpPr>
        <p:spPr/>
        <p:txBody>
          <a:bodyPr/>
          <a:lstStyle/>
          <a:p>
            <a:fld id="{00000000-1234-1234-1234-123412341234}" type="slidenum">
              <a:rPr lang="en" smtClean="0"/>
              <a:pPr/>
              <a:t>2</a:t>
            </a:fld>
            <a:endParaRPr lang="en"/>
          </a:p>
        </p:txBody>
      </p:sp>
      <p:sp>
        <p:nvSpPr>
          <p:cNvPr id="3" name="Title 2">
            <a:extLst>
              <a:ext uri="{FF2B5EF4-FFF2-40B4-BE49-F238E27FC236}">
                <a16:creationId xmlns:a16="http://schemas.microsoft.com/office/drawing/2014/main" id="{40BD946D-556A-ECA8-679C-19ABE963A4E5}"/>
              </a:ext>
            </a:extLst>
          </p:cNvPr>
          <p:cNvSpPr>
            <a:spLocks noGrp="1"/>
          </p:cNvSpPr>
          <p:nvPr>
            <p:ph type="title"/>
          </p:nvPr>
        </p:nvSpPr>
        <p:spPr>
          <a:xfrm>
            <a:off x="393699" y="1046195"/>
            <a:ext cx="9448800" cy="985805"/>
          </a:xfrm>
        </p:spPr>
        <p:txBody>
          <a:bodyPr>
            <a:normAutofit/>
          </a:bodyPr>
          <a:lstStyle/>
          <a:p>
            <a:r>
              <a:rPr lang="en-US" dirty="0"/>
              <a:t>Meeting title with agenda slide</a:t>
            </a:r>
          </a:p>
        </p:txBody>
      </p:sp>
      <p:sp>
        <p:nvSpPr>
          <p:cNvPr id="5" name="Subtitle 4">
            <a:extLst>
              <a:ext uri="{FF2B5EF4-FFF2-40B4-BE49-F238E27FC236}">
                <a16:creationId xmlns:a16="http://schemas.microsoft.com/office/drawing/2014/main" id="{173F7058-30A0-0125-1A90-B808A012B5B4}"/>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Agenda</a:t>
            </a:r>
          </a:p>
        </p:txBody>
      </p:sp>
      <p:graphicFrame>
        <p:nvGraphicFramePr>
          <p:cNvPr id="7" name="Table 6">
            <a:extLst>
              <a:ext uri="{FF2B5EF4-FFF2-40B4-BE49-F238E27FC236}">
                <a16:creationId xmlns:a16="http://schemas.microsoft.com/office/drawing/2014/main" id="{AEB3874C-EF1B-D79F-C3F5-6702ABF89D27}"/>
              </a:ext>
            </a:extLst>
          </p:cNvPr>
          <p:cNvGraphicFramePr>
            <a:graphicFrameLocks noGrp="1"/>
          </p:cNvGraphicFramePr>
          <p:nvPr>
            <p:extLst>
              <p:ext uri="{D42A27DB-BD31-4B8C-83A1-F6EECF244321}">
                <p14:modId xmlns:p14="http://schemas.microsoft.com/office/powerpoint/2010/main" val="1396004950"/>
              </p:ext>
            </p:extLst>
          </p:nvPr>
        </p:nvGraphicFramePr>
        <p:xfrm>
          <a:off x="393700" y="2573020"/>
          <a:ext cx="11404600" cy="3566160"/>
        </p:xfrm>
        <a:graphic>
          <a:graphicData uri="http://schemas.openxmlformats.org/drawingml/2006/table">
            <a:tbl>
              <a:tblPr firstRow="1" bandRow="1">
                <a:tableStyleId>{5C22544A-7EE6-4342-B048-85BDC9FD1C3A}</a:tableStyleId>
              </a:tblPr>
              <a:tblGrid>
                <a:gridCol w="627578">
                  <a:extLst>
                    <a:ext uri="{9D8B030D-6E8A-4147-A177-3AD203B41FA5}">
                      <a16:colId xmlns:a16="http://schemas.microsoft.com/office/drawing/2014/main" val="1631070132"/>
                    </a:ext>
                  </a:extLst>
                </a:gridCol>
                <a:gridCol w="6875813">
                  <a:extLst>
                    <a:ext uri="{9D8B030D-6E8A-4147-A177-3AD203B41FA5}">
                      <a16:colId xmlns:a16="http://schemas.microsoft.com/office/drawing/2014/main" val="1616312772"/>
                    </a:ext>
                  </a:extLst>
                </a:gridCol>
                <a:gridCol w="3901209">
                  <a:extLst>
                    <a:ext uri="{9D8B030D-6E8A-4147-A177-3AD203B41FA5}">
                      <a16:colId xmlns:a16="http://schemas.microsoft.com/office/drawing/2014/main" val="3389027217"/>
                    </a:ext>
                  </a:extLst>
                </a:gridCol>
              </a:tblGrid>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01</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one</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842163"/>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02</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two</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59605887"/>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03</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three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0902002"/>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04</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four</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3852306"/>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05</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five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4140170"/>
                  </a:ext>
                </a:extLst>
              </a:tr>
              <a:tr h="5943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schemeClr val="accent2">
                              <a:lumMod val="75000"/>
                            </a:schemeClr>
                          </a:solidFill>
                          <a:effectLst/>
                          <a:uLnTx/>
                          <a:uFillTx/>
                          <a:latin typeface="+mn-lt"/>
                          <a:ea typeface="+mn-ea"/>
                          <a:cs typeface="+mn-cs"/>
                        </a:rPr>
                        <a:t>06</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a:noFill/>
                          </a:ln>
                          <a:solidFill>
                            <a:prstClr val="black"/>
                          </a:solidFill>
                          <a:effectLst/>
                          <a:uLnTx/>
                          <a:uFillTx/>
                          <a:latin typeface="+mn-lt"/>
                          <a:ea typeface="+mn-ea"/>
                          <a:cs typeface="+mn-cs"/>
                        </a:rPr>
                        <a:t>Agenda item six</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mn-cs"/>
                        </a:rPr>
                        <a:t>Speaker name</a:t>
                      </a:r>
                    </a:p>
                  </a:txBody>
                  <a:tcPr marL="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808150"/>
                  </a:ext>
                </a:extLst>
              </a:tr>
            </a:tbl>
          </a:graphicData>
        </a:graphic>
      </p:graphicFrame>
      <p:sp>
        <p:nvSpPr>
          <p:cNvPr id="4" name="Footer Placeholder 3">
            <a:extLst>
              <a:ext uri="{FF2B5EF4-FFF2-40B4-BE49-F238E27FC236}">
                <a16:creationId xmlns:a16="http://schemas.microsoft.com/office/drawing/2014/main" id="{F810BED8-CB43-D17C-4D24-32A4B0893D63}"/>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3360133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4" name="Google Shape;534;p58"/>
          <p:cNvSpPr txBox="1">
            <a:spLocks noGrp="1"/>
          </p:cNvSpPr>
          <p:nvPr>
            <p:ph idx="1"/>
          </p:nvPr>
        </p:nvSpPr>
        <p:spPr>
          <a:xfrm>
            <a:off x="393699" y="2812968"/>
            <a:ext cx="5537200" cy="1865909"/>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Nam non ante quis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enim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fringilla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tempus nec 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lectus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p>
          <a:p>
            <a:pPr marL="0" indent="0">
              <a:lnSpc>
                <a:spcPct val="114000"/>
              </a:lnSpc>
              <a:spcBef>
                <a:spcPts val="0"/>
              </a:spcBef>
              <a:spcAft>
                <a:spcPts val="800"/>
              </a:spcAft>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532" name="Google Shape;532;p58"/>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3</a:t>
            </a:fld>
            <a:endParaRPr dirty="0">
              <a:sym typeface="OpenAI Sans"/>
            </a:endParaRPr>
          </a:p>
        </p:txBody>
      </p:sp>
      <p:sp>
        <p:nvSpPr>
          <p:cNvPr id="2" name="Footer Placeholder 1">
            <a:extLst>
              <a:ext uri="{FF2B5EF4-FFF2-40B4-BE49-F238E27FC236}">
                <a16:creationId xmlns:a16="http://schemas.microsoft.com/office/drawing/2014/main" id="{51941D6B-3AD0-04BD-76AF-506638666ACC}"/>
              </a:ext>
            </a:extLst>
          </p:cNvPr>
          <p:cNvSpPr>
            <a:spLocks noGrp="1"/>
          </p:cNvSpPr>
          <p:nvPr>
            <p:ph type="ftr" sz="quarter" idx="3"/>
          </p:nvPr>
        </p:nvSpPr>
        <p:spPr/>
        <p:txBody>
          <a:bodyPr/>
          <a:lstStyle/>
          <a:p>
            <a:endParaRPr lang="en-US" sz="1100" dirty="0"/>
          </a:p>
        </p:txBody>
      </p:sp>
      <p:sp>
        <p:nvSpPr>
          <p:cNvPr id="5" name="Google Shape;534;p58">
            <a:extLst>
              <a:ext uri="{FF2B5EF4-FFF2-40B4-BE49-F238E27FC236}">
                <a16:creationId xmlns:a16="http://schemas.microsoft.com/office/drawing/2014/main" id="{A3548D03-1D0F-655D-DD48-D4BF5C80F44D}"/>
              </a:ext>
            </a:extLst>
          </p:cNvPr>
          <p:cNvSpPr txBox="1">
            <a:spLocks/>
          </p:cNvSpPr>
          <p:nvPr/>
        </p:nvSpPr>
        <p:spPr>
          <a:xfrm>
            <a:off x="393700" y="2111025"/>
            <a:ext cx="1844403"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Quarter Status</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6" name="Google Shape;534;p58">
            <a:extLst>
              <a:ext uri="{FF2B5EF4-FFF2-40B4-BE49-F238E27FC236}">
                <a16:creationId xmlns:a16="http://schemas.microsoft.com/office/drawing/2014/main" id="{4051D0BE-5D22-BCB4-EADF-44F16643D9F5}"/>
              </a:ext>
            </a:extLst>
          </p:cNvPr>
          <p:cNvSpPr txBox="1">
            <a:spLocks/>
          </p:cNvSpPr>
          <p:nvPr/>
        </p:nvSpPr>
        <p:spPr>
          <a:xfrm>
            <a:off x="6260109" y="2826992"/>
            <a:ext cx="5537200" cy="100108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a:t>
            </a:r>
          </a:p>
          <a:p>
            <a:pPr marL="0" indent="0">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7" name="Google Shape;534;p58">
            <a:extLst>
              <a:ext uri="{FF2B5EF4-FFF2-40B4-BE49-F238E27FC236}">
                <a16:creationId xmlns:a16="http://schemas.microsoft.com/office/drawing/2014/main" id="{EE26938C-7FB7-798D-7C48-988932737F6D}"/>
              </a:ext>
            </a:extLst>
          </p:cNvPr>
          <p:cNvSpPr txBox="1">
            <a:spLocks/>
          </p:cNvSpPr>
          <p:nvPr/>
        </p:nvSpPr>
        <p:spPr>
          <a:xfrm>
            <a:off x="6260109" y="2344035"/>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The Single Most Important Insight</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0" name="Title 2">
            <a:extLst>
              <a:ext uri="{FF2B5EF4-FFF2-40B4-BE49-F238E27FC236}">
                <a16:creationId xmlns:a16="http://schemas.microsoft.com/office/drawing/2014/main" id="{944AF173-BF22-B5ED-B88F-9080D8699E64}"/>
              </a:ext>
            </a:extLst>
          </p:cNvPr>
          <p:cNvSpPr>
            <a:spLocks noGrp="1"/>
          </p:cNvSpPr>
          <p:nvPr>
            <p:ph type="title"/>
          </p:nvPr>
        </p:nvSpPr>
        <p:spPr>
          <a:xfrm>
            <a:off x="393699" y="1046195"/>
            <a:ext cx="11403610" cy="623819"/>
          </a:xfrm>
        </p:spPr>
        <p:txBody>
          <a:bodyPr>
            <a:normAutofit/>
          </a:bodyPr>
          <a:lstStyle/>
          <a:p>
            <a:r>
              <a:rPr lang="en-US" dirty="0"/>
              <a:t>Quarter recap, verdict and asks</a:t>
            </a:r>
          </a:p>
        </p:txBody>
      </p:sp>
      <p:sp>
        <p:nvSpPr>
          <p:cNvPr id="11" name="Subtitle 4">
            <a:extLst>
              <a:ext uri="{FF2B5EF4-FFF2-40B4-BE49-F238E27FC236}">
                <a16:creationId xmlns:a16="http://schemas.microsoft.com/office/drawing/2014/main" id="{42E9C51D-AB09-8D83-4157-006D57137348}"/>
              </a:ext>
            </a:extLst>
          </p:cNvPr>
          <p:cNvSpPr txBox="1">
            <a:spLocks/>
          </p:cNvSpPr>
          <p:nvPr/>
        </p:nvSpPr>
        <p:spPr>
          <a:xfrm>
            <a:off x="393699" y="392242"/>
            <a:ext cx="3578411" cy="345178"/>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solidFill>
                  <a:schemeClr val="accent1"/>
                </a:solidFill>
                <a:latin typeface="Roboto Medium" panose="02000000000000000000" pitchFamily="2" charset="0"/>
                <a:ea typeface="Roboto Medium" panose="02000000000000000000" pitchFamily="2" charset="0"/>
              </a:rPr>
              <a:t>Executive Summary</a:t>
            </a:r>
          </a:p>
        </p:txBody>
      </p:sp>
      <p:cxnSp>
        <p:nvCxnSpPr>
          <p:cNvPr id="15" name="Straight Connector 14">
            <a:extLst>
              <a:ext uri="{FF2B5EF4-FFF2-40B4-BE49-F238E27FC236}">
                <a16:creationId xmlns:a16="http://schemas.microsoft.com/office/drawing/2014/main" id="{D437FEE4-7EB2-0B28-0524-F102AB6A47C6}"/>
              </a:ext>
            </a:extLst>
          </p:cNvPr>
          <p:cNvCxnSpPr/>
          <p:nvPr/>
        </p:nvCxnSpPr>
        <p:spPr>
          <a:xfrm>
            <a:off x="6261100" y="4039769"/>
            <a:ext cx="5537200" cy="0"/>
          </a:xfrm>
          <a:prstGeom prst="line">
            <a:avLst/>
          </a:prstGeom>
          <a:ln w="12700">
            <a:solidFill>
              <a:schemeClr val="accent2">
                <a:lumMod val="90000"/>
              </a:schemeClr>
            </a:solidFill>
          </a:ln>
        </p:spPr>
        <p:style>
          <a:lnRef idx="2">
            <a:schemeClr val="accent1"/>
          </a:lnRef>
          <a:fillRef idx="0">
            <a:schemeClr val="accent1"/>
          </a:fillRef>
          <a:effectRef idx="1">
            <a:schemeClr val="accent1"/>
          </a:effectRef>
          <a:fontRef idx="minor">
            <a:schemeClr val="tx1"/>
          </a:fontRef>
        </p:style>
      </p:cxnSp>
      <p:sp>
        <p:nvSpPr>
          <p:cNvPr id="16" name="Google Shape;534;p58">
            <a:extLst>
              <a:ext uri="{FF2B5EF4-FFF2-40B4-BE49-F238E27FC236}">
                <a16:creationId xmlns:a16="http://schemas.microsoft.com/office/drawing/2014/main" id="{108E1773-B682-C5EE-6944-58546A384F37}"/>
              </a:ext>
            </a:extLst>
          </p:cNvPr>
          <p:cNvSpPr txBox="1">
            <a:spLocks/>
          </p:cNvSpPr>
          <p:nvPr/>
        </p:nvSpPr>
        <p:spPr>
          <a:xfrm>
            <a:off x="6260109" y="4867987"/>
            <a:ext cx="5537200" cy="120023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a:t>
            </a:r>
          </a:p>
          <a:p>
            <a:pPr marL="0" indent="0">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17" name="Google Shape;534;p58">
            <a:extLst>
              <a:ext uri="{FF2B5EF4-FFF2-40B4-BE49-F238E27FC236}">
                <a16:creationId xmlns:a16="http://schemas.microsoft.com/office/drawing/2014/main" id="{1C1F2FD8-0D30-C7BF-5234-6F0EE46F0DC3}"/>
              </a:ext>
            </a:extLst>
          </p:cNvPr>
          <p:cNvSpPr txBox="1">
            <a:spLocks/>
          </p:cNvSpPr>
          <p:nvPr/>
        </p:nvSpPr>
        <p:spPr>
          <a:xfrm>
            <a:off x="6260109" y="4385030"/>
            <a:ext cx="5537200"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The Leadership Decision Required</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3" name="Rounded Rectangle 2">
            <a:extLst>
              <a:ext uri="{FF2B5EF4-FFF2-40B4-BE49-F238E27FC236}">
                <a16:creationId xmlns:a16="http://schemas.microsoft.com/office/drawing/2014/main" id="{F16B487F-1A7A-C301-4AB8-8DC1C19839AB}"/>
              </a:ext>
            </a:extLst>
          </p:cNvPr>
          <p:cNvSpPr/>
          <p:nvPr/>
        </p:nvSpPr>
        <p:spPr>
          <a:xfrm>
            <a:off x="2349499" y="2093356"/>
            <a:ext cx="2271780" cy="402442"/>
          </a:xfrm>
          <a:prstGeom prst="roundRect">
            <a:avLst>
              <a:gd name="adj" fmla="val 15738"/>
            </a:avLst>
          </a:prstGeom>
          <a:solidFill>
            <a:schemeClr val="accent1">
              <a:alpha val="2464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1"/>
                </a:solidFill>
              </a:rPr>
              <a:t>Status copy here</a:t>
            </a:r>
          </a:p>
        </p:txBody>
      </p:sp>
      <p:sp>
        <p:nvSpPr>
          <p:cNvPr id="14" name="TextBox 13">
            <a:extLst>
              <a:ext uri="{FF2B5EF4-FFF2-40B4-BE49-F238E27FC236}">
                <a16:creationId xmlns:a16="http://schemas.microsoft.com/office/drawing/2014/main" id="{F3AF61EC-DBA0-BFB1-3293-0BF5DB670691}"/>
              </a:ext>
            </a:extLst>
          </p:cNvPr>
          <p:cNvSpPr txBox="1"/>
          <p:nvPr/>
        </p:nvSpPr>
        <p:spPr>
          <a:xfrm>
            <a:off x="393699" y="4756098"/>
            <a:ext cx="5537199" cy="294165"/>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Bottom line</a:t>
            </a:r>
          </a:p>
        </p:txBody>
      </p:sp>
      <p:sp>
        <p:nvSpPr>
          <p:cNvPr id="18" name="Google Shape;534;p58">
            <a:extLst>
              <a:ext uri="{FF2B5EF4-FFF2-40B4-BE49-F238E27FC236}">
                <a16:creationId xmlns:a16="http://schemas.microsoft.com/office/drawing/2014/main" id="{47E14DB1-10CD-1A00-06DC-F11F90562A04}"/>
              </a:ext>
            </a:extLst>
          </p:cNvPr>
          <p:cNvSpPr txBox="1">
            <a:spLocks/>
          </p:cNvSpPr>
          <p:nvPr/>
        </p:nvSpPr>
        <p:spPr>
          <a:xfrm>
            <a:off x="386251" y="5134071"/>
            <a:ext cx="5537200" cy="86032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FE338EF2-CCFB-FA1F-AED3-8C8C1BA35C4F}"/>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AD38C25-48AC-5A29-D53A-82080FAF926E}"/>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4</a:t>
            </a:fld>
            <a:endParaRPr dirty="0">
              <a:sym typeface="OpenAI Sans"/>
            </a:endParaRPr>
          </a:p>
        </p:txBody>
      </p:sp>
      <p:sp>
        <p:nvSpPr>
          <p:cNvPr id="533" name="Google Shape;533;p58">
            <a:extLst>
              <a:ext uri="{FF2B5EF4-FFF2-40B4-BE49-F238E27FC236}">
                <a16:creationId xmlns:a16="http://schemas.microsoft.com/office/drawing/2014/main" id="{33E8FE18-95DE-C7EA-9E95-10B82189367E}"/>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Intro and 2x2 card grid</a:t>
            </a:r>
            <a:endParaRPr dirty="0">
              <a:solidFill>
                <a:schemeClr val="accent1"/>
              </a:solidFill>
            </a:endParaRPr>
          </a:p>
        </p:txBody>
      </p:sp>
      <p:sp>
        <p:nvSpPr>
          <p:cNvPr id="7" name="Rounded Rectangle 6">
            <a:extLst>
              <a:ext uri="{FF2B5EF4-FFF2-40B4-BE49-F238E27FC236}">
                <a16:creationId xmlns:a16="http://schemas.microsoft.com/office/drawing/2014/main" id="{9E3149F3-A7D7-BC8F-C84C-4A4E60EA2799}"/>
              </a:ext>
            </a:extLst>
          </p:cNvPr>
          <p:cNvSpPr/>
          <p:nvPr/>
        </p:nvSpPr>
        <p:spPr>
          <a:xfrm>
            <a:off x="6264412"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Rounded Rectangle 8">
            <a:extLst>
              <a:ext uri="{FF2B5EF4-FFF2-40B4-BE49-F238E27FC236}">
                <a16:creationId xmlns:a16="http://schemas.microsoft.com/office/drawing/2014/main" id="{5CD1077A-BBDF-3B07-D940-FA5482CB0124}"/>
              </a:ext>
            </a:extLst>
          </p:cNvPr>
          <p:cNvSpPr/>
          <p:nvPr/>
        </p:nvSpPr>
        <p:spPr>
          <a:xfrm>
            <a:off x="409043" y="253749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 name="Content Placeholder 10">
            <a:extLst>
              <a:ext uri="{FF2B5EF4-FFF2-40B4-BE49-F238E27FC236}">
                <a16:creationId xmlns:a16="http://schemas.microsoft.com/office/drawing/2014/main" id="{B54A841D-1EA0-6181-C778-7C851CA6E64E}"/>
              </a:ext>
            </a:extLst>
          </p:cNvPr>
          <p:cNvSpPr txBox="1">
            <a:spLocks/>
          </p:cNvSpPr>
          <p:nvPr/>
        </p:nvSpPr>
        <p:spPr>
          <a:xfrm>
            <a:off x="70627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2" name="Rounded Rectangle 1">
            <a:extLst>
              <a:ext uri="{FF2B5EF4-FFF2-40B4-BE49-F238E27FC236}">
                <a16:creationId xmlns:a16="http://schemas.microsoft.com/office/drawing/2014/main" id="{B4E203EC-EB81-96EF-66AB-3B6012B4B3EF}"/>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Rounded Rectangle 3">
            <a:extLst>
              <a:ext uri="{FF2B5EF4-FFF2-40B4-BE49-F238E27FC236}">
                <a16:creationId xmlns:a16="http://schemas.microsoft.com/office/drawing/2014/main" id="{2000F722-C0CE-FDAF-EAFE-20BC4A7F4118}"/>
              </a:ext>
            </a:extLst>
          </p:cNvPr>
          <p:cNvSpPr/>
          <p:nvPr/>
        </p:nvSpPr>
        <p:spPr>
          <a:xfrm>
            <a:off x="409043"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Footer Placeholder 10">
            <a:extLst>
              <a:ext uri="{FF2B5EF4-FFF2-40B4-BE49-F238E27FC236}">
                <a16:creationId xmlns:a16="http://schemas.microsoft.com/office/drawing/2014/main" id="{A4694142-7504-448C-B110-ABCB1A6DD41E}"/>
              </a:ext>
            </a:extLst>
          </p:cNvPr>
          <p:cNvSpPr>
            <a:spLocks noGrp="1"/>
          </p:cNvSpPr>
          <p:nvPr>
            <p:ph type="ftr" sz="quarter" idx="3"/>
          </p:nvPr>
        </p:nvSpPr>
        <p:spPr/>
        <p:txBody>
          <a:bodyPr/>
          <a:lstStyle/>
          <a:p>
            <a:endParaRPr lang="en-US" sz="1100" dirty="0"/>
          </a:p>
        </p:txBody>
      </p:sp>
      <p:sp>
        <p:nvSpPr>
          <p:cNvPr id="12" name="Google Shape;534;p58">
            <a:extLst>
              <a:ext uri="{FF2B5EF4-FFF2-40B4-BE49-F238E27FC236}">
                <a16:creationId xmlns:a16="http://schemas.microsoft.com/office/drawing/2014/main" id="{F393FB38-1005-6250-1642-93C1A76E0B77}"/>
              </a:ext>
            </a:extLst>
          </p:cNvPr>
          <p:cNvSpPr txBox="1">
            <a:spLocks/>
          </p:cNvSpPr>
          <p:nvPr/>
        </p:nvSpPr>
        <p:spPr>
          <a:xfrm>
            <a:off x="393700" y="1649094"/>
            <a:ext cx="11404600" cy="63404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13" name="Google Shape;534;p58">
            <a:extLst>
              <a:ext uri="{FF2B5EF4-FFF2-40B4-BE49-F238E27FC236}">
                <a16:creationId xmlns:a16="http://schemas.microsoft.com/office/drawing/2014/main" id="{A0F4C075-109A-7DDE-18C9-18F128552C24}"/>
              </a:ext>
            </a:extLst>
          </p:cNvPr>
          <p:cNvSpPr txBox="1">
            <a:spLocks/>
          </p:cNvSpPr>
          <p:nvPr/>
        </p:nvSpPr>
        <p:spPr>
          <a:xfrm>
            <a:off x="393699" y="114656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Lorem ipsum dolor sit </a:t>
            </a:r>
            <a:r>
              <a:rPr lang="en-US" sz="2000" dirty="0" err="1">
                <a:latin typeface="+mj-lt"/>
                <a:ea typeface="Helvetica Neue" panose="02000503000000020004" pitchFamily="2" charset="0"/>
                <a:cs typeface="Helvetica Neue" panose="02000503000000020004" pitchFamily="2" charset="0"/>
                <a:sym typeface="OpenAI Sans"/>
              </a:rPr>
              <a:t>amet</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consectetur</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adipiscing</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elit</a:t>
            </a:r>
            <a:r>
              <a:rPr lang="en-US" sz="2000" dirty="0">
                <a:latin typeface="+mj-lt"/>
                <a:ea typeface="Helvetica Neue" panose="02000503000000020004" pitchFamily="2" charset="0"/>
                <a:cs typeface="Helvetica Neue" panose="02000503000000020004" pitchFamily="2" charset="0"/>
                <a:sym typeface="OpenAI Sans"/>
              </a:rPr>
              <a:t>. </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
        <p:nvSpPr>
          <p:cNvPr id="14" name="TextBox 13">
            <a:extLst>
              <a:ext uri="{FF2B5EF4-FFF2-40B4-BE49-F238E27FC236}">
                <a16:creationId xmlns:a16="http://schemas.microsoft.com/office/drawing/2014/main" id="{49DCE927-F1A4-A9ED-C839-844BB688547F}"/>
              </a:ext>
            </a:extLst>
          </p:cNvPr>
          <p:cNvSpPr txBox="1"/>
          <p:nvPr/>
        </p:nvSpPr>
        <p:spPr>
          <a:xfrm>
            <a:off x="70296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
        <p:nvSpPr>
          <p:cNvPr id="16" name="Content Placeholder 10">
            <a:extLst>
              <a:ext uri="{FF2B5EF4-FFF2-40B4-BE49-F238E27FC236}">
                <a16:creationId xmlns:a16="http://schemas.microsoft.com/office/drawing/2014/main" id="{B71DDDF3-A6F6-A2D9-7F68-A246AE82F73A}"/>
              </a:ext>
            </a:extLst>
          </p:cNvPr>
          <p:cNvSpPr txBox="1">
            <a:spLocks/>
          </p:cNvSpPr>
          <p:nvPr/>
        </p:nvSpPr>
        <p:spPr>
          <a:xfrm>
            <a:off x="6558438" y="325089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17" name="TextBox 16">
            <a:extLst>
              <a:ext uri="{FF2B5EF4-FFF2-40B4-BE49-F238E27FC236}">
                <a16:creationId xmlns:a16="http://schemas.microsoft.com/office/drawing/2014/main" id="{BAD06467-8163-39A0-0B9A-1A98533B6978}"/>
              </a:ext>
            </a:extLst>
          </p:cNvPr>
          <p:cNvSpPr txBox="1"/>
          <p:nvPr/>
        </p:nvSpPr>
        <p:spPr>
          <a:xfrm>
            <a:off x="6555127" y="279380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
        <p:nvSpPr>
          <p:cNvPr id="18" name="Content Placeholder 10">
            <a:extLst>
              <a:ext uri="{FF2B5EF4-FFF2-40B4-BE49-F238E27FC236}">
                <a16:creationId xmlns:a16="http://schemas.microsoft.com/office/drawing/2014/main" id="{E61F5831-A6CA-0036-3E5C-283D4EBAFE55}"/>
              </a:ext>
            </a:extLst>
          </p:cNvPr>
          <p:cNvSpPr txBox="1">
            <a:spLocks/>
          </p:cNvSpPr>
          <p:nvPr/>
        </p:nvSpPr>
        <p:spPr>
          <a:xfrm>
            <a:off x="70627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19" name="TextBox 18">
            <a:extLst>
              <a:ext uri="{FF2B5EF4-FFF2-40B4-BE49-F238E27FC236}">
                <a16:creationId xmlns:a16="http://schemas.microsoft.com/office/drawing/2014/main" id="{1283300B-2E76-54E3-B3E8-C4CE0DA323BE}"/>
              </a:ext>
            </a:extLst>
          </p:cNvPr>
          <p:cNvSpPr txBox="1"/>
          <p:nvPr/>
        </p:nvSpPr>
        <p:spPr>
          <a:xfrm>
            <a:off x="70296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
        <p:nvSpPr>
          <p:cNvPr id="20" name="Content Placeholder 10">
            <a:extLst>
              <a:ext uri="{FF2B5EF4-FFF2-40B4-BE49-F238E27FC236}">
                <a16:creationId xmlns:a16="http://schemas.microsoft.com/office/drawing/2014/main" id="{91E87E4E-34C4-73A3-D9B4-5528035E3F32}"/>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21" name="TextBox 20">
            <a:extLst>
              <a:ext uri="{FF2B5EF4-FFF2-40B4-BE49-F238E27FC236}">
                <a16:creationId xmlns:a16="http://schemas.microsoft.com/office/drawing/2014/main" id="{4BBBD727-79F1-2502-A083-A18F5A754163}"/>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Tree>
    <p:extLst>
      <p:ext uri="{BB962C8B-B14F-4D97-AF65-F5344CB8AC3E}">
        <p14:creationId xmlns:p14="http://schemas.microsoft.com/office/powerpoint/2010/main" val="2179535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00781FDF-4130-4E67-D3EE-AE7C2129CF1F}"/>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D6AD4425-62A5-20FE-DA81-DB0262F8E9D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5</a:t>
            </a:fld>
            <a:endParaRPr dirty="0">
              <a:sym typeface="OpenAI Sans"/>
            </a:endParaRPr>
          </a:p>
        </p:txBody>
      </p:sp>
      <p:sp>
        <p:nvSpPr>
          <p:cNvPr id="533" name="Google Shape;533;p58">
            <a:extLst>
              <a:ext uri="{FF2B5EF4-FFF2-40B4-BE49-F238E27FC236}">
                <a16:creationId xmlns:a16="http://schemas.microsoft.com/office/drawing/2014/main" id="{CCB3C549-3412-D9EC-FC96-8C0EA25A4312}"/>
              </a:ext>
            </a:extLst>
          </p:cNvPr>
          <p:cNvSpPr txBox="1">
            <a:spLocks noGrp="1"/>
          </p:cNvSpPr>
          <p:nvPr>
            <p:ph type="title"/>
          </p:nvPr>
        </p:nvSpPr>
        <p:spPr>
          <a:xfrm>
            <a:off x="393699" y="344009"/>
            <a:ext cx="11404599" cy="595791"/>
          </a:xfrm>
          <a:prstGeom prst="rect">
            <a:avLst/>
          </a:prstGeom>
        </p:spPr>
        <p:txBody>
          <a:bodyPr spcFirstLastPara="1" vert="horz" wrap="square" lIns="0" tIns="0" rIns="0" bIns="0" rtlCol="0" anchor="t" anchorCtr="0">
            <a:noAutofit/>
          </a:bodyPr>
          <a:lstStyle/>
          <a:p>
            <a:r>
              <a:rPr lang="en-US" dirty="0">
                <a:solidFill>
                  <a:schemeClr val="accent1"/>
                </a:solidFill>
              </a:rPr>
              <a:t>One column layout with three callout cards</a:t>
            </a:r>
            <a:endParaRPr dirty="0">
              <a:solidFill>
                <a:schemeClr val="accent1"/>
              </a:solidFill>
            </a:endParaRPr>
          </a:p>
        </p:txBody>
      </p:sp>
      <p:sp>
        <p:nvSpPr>
          <p:cNvPr id="11" name="Footer Placeholder 10">
            <a:extLst>
              <a:ext uri="{FF2B5EF4-FFF2-40B4-BE49-F238E27FC236}">
                <a16:creationId xmlns:a16="http://schemas.microsoft.com/office/drawing/2014/main" id="{BD5D3365-630B-7DA2-6578-D2DE7ACBBC07}"/>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076E58D8-94E3-59EF-6F5D-94479531D945}"/>
              </a:ext>
            </a:extLst>
          </p:cNvPr>
          <p:cNvSpPr txBox="1">
            <a:spLocks/>
          </p:cNvSpPr>
          <p:nvPr/>
        </p:nvSpPr>
        <p:spPr>
          <a:xfrm>
            <a:off x="393700" y="2374900"/>
            <a:ext cx="5537200" cy="36194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Nam non ante quis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enim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fringilla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tempus nec 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lectus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p>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Nam non ante quis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enim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fringilla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tempus nec 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lectus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
        <p:nvSpPr>
          <p:cNvPr id="5" name="Google Shape;534;p58">
            <a:extLst>
              <a:ext uri="{FF2B5EF4-FFF2-40B4-BE49-F238E27FC236}">
                <a16:creationId xmlns:a16="http://schemas.microsoft.com/office/drawing/2014/main" id="{EC39CC4A-7702-F34C-BFC1-C34643FFFDEE}"/>
              </a:ext>
            </a:extLst>
          </p:cNvPr>
          <p:cNvSpPr txBox="1">
            <a:spLocks/>
          </p:cNvSpPr>
          <p:nvPr/>
        </p:nvSpPr>
        <p:spPr>
          <a:xfrm>
            <a:off x="393700" y="143666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Lorem ipsum dolor sit </a:t>
            </a:r>
            <a:r>
              <a:rPr lang="en-US" sz="2000" dirty="0" err="1">
                <a:latin typeface="+mj-lt"/>
                <a:ea typeface="Helvetica Neue" panose="02000503000000020004" pitchFamily="2" charset="0"/>
                <a:cs typeface="Helvetica Neue" panose="02000503000000020004" pitchFamily="2" charset="0"/>
                <a:sym typeface="OpenAI Sans"/>
              </a:rPr>
              <a:t>amet</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consectetur</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adipiscing</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elit</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Pellentesque</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ultricies</a:t>
            </a:r>
            <a:r>
              <a:rPr lang="en-US" sz="2000" dirty="0">
                <a:latin typeface="+mj-lt"/>
                <a:ea typeface="Helvetica Neue" panose="02000503000000020004" pitchFamily="2" charset="0"/>
                <a:cs typeface="Helvetica Neue" panose="02000503000000020004" pitchFamily="2" charset="0"/>
                <a:sym typeface="OpenAI Sans"/>
              </a:rPr>
              <a:t>.</a:t>
            </a:r>
          </a:p>
        </p:txBody>
      </p:sp>
      <p:sp>
        <p:nvSpPr>
          <p:cNvPr id="27" name="Content Placeholder 10">
            <a:extLst>
              <a:ext uri="{FF2B5EF4-FFF2-40B4-BE49-F238E27FC236}">
                <a16:creationId xmlns:a16="http://schemas.microsoft.com/office/drawing/2014/main" id="{B4FA777D-1E43-2118-018B-D684DB7EFEF1}"/>
              </a:ext>
            </a:extLst>
          </p:cNvPr>
          <p:cNvSpPr txBox="1">
            <a:spLocks/>
          </p:cNvSpPr>
          <p:nvPr/>
        </p:nvSpPr>
        <p:spPr>
          <a:xfrm>
            <a:off x="6648104" y="218425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28" name="TextBox 27">
            <a:extLst>
              <a:ext uri="{FF2B5EF4-FFF2-40B4-BE49-F238E27FC236}">
                <a16:creationId xmlns:a16="http://schemas.microsoft.com/office/drawing/2014/main" id="{F2F01BD9-1359-C69B-3F1A-A36534227FFE}"/>
              </a:ext>
            </a:extLst>
          </p:cNvPr>
          <p:cNvSpPr txBox="1"/>
          <p:nvPr/>
        </p:nvSpPr>
        <p:spPr>
          <a:xfrm>
            <a:off x="6644793" y="181325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
        <p:nvSpPr>
          <p:cNvPr id="2" name="Rounded Rectangle 1">
            <a:extLst>
              <a:ext uri="{FF2B5EF4-FFF2-40B4-BE49-F238E27FC236}">
                <a16:creationId xmlns:a16="http://schemas.microsoft.com/office/drawing/2014/main" id="{3C99D68F-34ED-A722-D7DB-03942B0B77DB}"/>
              </a:ext>
            </a:extLst>
          </p:cNvPr>
          <p:cNvSpPr/>
          <p:nvPr/>
        </p:nvSpPr>
        <p:spPr>
          <a:xfrm>
            <a:off x="6405842" y="152193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 name="Content Placeholder 10">
            <a:extLst>
              <a:ext uri="{FF2B5EF4-FFF2-40B4-BE49-F238E27FC236}">
                <a16:creationId xmlns:a16="http://schemas.microsoft.com/office/drawing/2014/main" id="{32674159-B6E6-B9EF-D753-5EF1E687140B}"/>
              </a:ext>
            </a:extLst>
          </p:cNvPr>
          <p:cNvSpPr txBox="1">
            <a:spLocks/>
          </p:cNvSpPr>
          <p:nvPr/>
        </p:nvSpPr>
        <p:spPr>
          <a:xfrm>
            <a:off x="6648104" y="369301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6" name="TextBox 5">
            <a:extLst>
              <a:ext uri="{FF2B5EF4-FFF2-40B4-BE49-F238E27FC236}">
                <a16:creationId xmlns:a16="http://schemas.microsoft.com/office/drawing/2014/main" id="{57D84212-7716-6AFC-2CCA-1118E41834EC}"/>
              </a:ext>
            </a:extLst>
          </p:cNvPr>
          <p:cNvSpPr txBox="1"/>
          <p:nvPr/>
        </p:nvSpPr>
        <p:spPr>
          <a:xfrm>
            <a:off x="6644793" y="332201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
        <p:nvSpPr>
          <p:cNvPr id="7" name="Rounded Rectangle 6">
            <a:extLst>
              <a:ext uri="{FF2B5EF4-FFF2-40B4-BE49-F238E27FC236}">
                <a16:creationId xmlns:a16="http://schemas.microsoft.com/office/drawing/2014/main" id="{520BED9B-3AD0-B986-23FF-346EFF8EE6FA}"/>
              </a:ext>
            </a:extLst>
          </p:cNvPr>
          <p:cNvSpPr/>
          <p:nvPr/>
        </p:nvSpPr>
        <p:spPr>
          <a:xfrm>
            <a:off x="6405842" y="303069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Content Placeholder 10">
            <a:extLst>
              <a:ext uri="{FF2B5EF4-FFF2-40B4-BE49-F238E27FC236}">
                <a16:creationId xmlns:a16="http://schemas.microsoft.com/office/drawing/2014/main" id="{58865802-6967-7210-3371-DEA6828B57A2}"/>
              </a:ext>
            </a:extLst>
          </p:cNvPr>
          <p:cNvSpPr txBox="1">
            <a:spLocks/>
          </p:cNvSpPr>
          <p:nvPr/>
        </p:nvSpPr>
        <p:spPr>
          <a:xfrm>
            <a:off x="6648105" y="5201772"/>
            <a:ext cx="501476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4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4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9" name="TextBox 8">
            <a:extLst>
              <a:ext uri="{FF2B5EF4-FFF2-40B4-BE49-F238E27FC236}">
                <a16:creationId xmlns:a16="http://schemas.microsoft.com/office/drawing/2014/main" id="{DD2FEB2E-B2D7-376B-AFC1-B25E2E37C15B}"/>
              </a:ext>
            </a:extLst>
          </p:cNvPr>
          <p:cNvSpPr txBox="1"/>
          <p:nvPr/>
        </p:nvSpPr>
        <p:spPr>
          <a:xfrm>
            <a:off x="6644794" y="4830775"/>
            <a:ext cx="5014766" cy="223394"/>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4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
        <p:nvSpPr>
          <p:cNvPr id="10" name="Rounded Rectangle 9">
            <a:extLst>
              <a:ext uri="{FF2B5EF4-FFF2-40B4-BE49-F238E27FC236}">
                <a16:creationId xmlns:a16="http://schemas.microsoft.com/office/drawing/2014/main" id="{F95C5540-5014-B354-3651-51BA127570AA}"/>
              </a:ext>
            </a:extLst>
          </p:cNvPr>
          <p:cNvSpPr/>
          <p:nvPr/>
        </p:nvSpPr>
        <p:spPr>
          <a:xfrm>
            <a:off x="6405843" y="4539455"/>
            <a:ext cx="5394187" cy="1393857"/>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Tree>
    <p:extLst>
      <p:ext uri="{BB962C8B-B14F-4D97-AF65-F5344CB8AC3E}">
        <p14:creationId xmlns:p14="http://schemas.microsoft.com/office/powerpoint/2010/main" val="3366140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4C3029DB-B611-6782-57C9-74AD8C9AF80A}"/>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CCB27A2-1D9F-6514-0821-C7CC3F67552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6</a:t>
            </a:fld>
            <a:endParaRPr dirty="0">
              <a:sym typeface="OpenAI Sans"/>
            </a:endParaRPr>
          </a:p>
        </p:txBody>
      </p:sp>
      <p:sp>
        <p:nvSpPr>
          <p:cNvPr id="10" name="Rounded Rectangle 9">
            <a:extLst>
              <a:ext uri="{FF2B5EF4-FFF2-40B4-BE49-F238E27FC236}">
                <a16:creationId xmlns:a16="http://schemas.microsoft.com/office/drawing/2014/main" id="{8B4C5563-C118-E2D4-2A1A-F84171FF9E48}"/>
              </a:ext>
            </a:extLst>
          </p:cNvPr>
          <p:cNvSpPr/>
          <p:nvPr/>
        </p:nvSpPr>
        <p:spPr>
          <a:xfrm>
            <a:off x="43089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87EC77EB-07E7-2818-9132-6416EC5EFF5D}"/>
              </a:ext>
            </a:extLst>
          </p:cNvPr>
          <p:cNvSpPr/>
          <p:nvPr/>
        </p:nvSpPr>
        <p:spPr>
          <a:xfrm>
            <a:off x="8229600"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12" name="Content Placeholder 9">
            <a:extLst>
              <a:ext uri="{FF2B5EF4-FFF2-40B4-BE49-F238E27FC236}">
                <a16:creationId xmlns:a16="http://schemas.microsoft.com/office/drawing/2014/main" id="{14F9DBD7-0427-326B-17D5-5DD215C447E9}"/>
              </a:ext>
            </a:extLst>
          </p:cNvPr>
          <p:cNvSpPr txBox="1">
            <a:spLocks/>
          </p:cNvSpPr>
          <p:nvPr/>
        </p:nvSpPr>
        <p:spPr>
          <a:xfrm>
            <a:off x="46218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Title here</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Lorem ipsum dolor sit </a:t>
            </a:r>
            <a:r>
              <a:rPr lang="en-US" sz="1600" dirty="0" err="1">
                <a:solidFill>
                  <a:prstClr val="black"/>
                </a:solidFill>
                <a:ea typeface="Helvetica Neue" panose="02000503000000020004" pitchFamily="2" charset="0"/>
                <a:cs typeface="Helvetica Neue" panose="02000503000000020004" pitchFamily="2" charset="0"/>
                <a:sym typeface="OpenAI Sans"/>
              </a:rPr>
              <a:t>amet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consectetur</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adipiscing</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elit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Pellentesque</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ultricies</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quam</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ut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massa</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luctus</a:t>
            </a:r>
            <a:r>
              <a:rPr lang="en-US" sz="1600" dirty="0">
                <a:solidFill>
                  <a:prstClr val="black"/>
                </a:solidFill>
                <a:ea typeface="Helvetica Neue" panose="02000503000000020004" pitchFamily="2" charset="0"/>
                <a:cs typeface="Helvetica Neue" panose="02000503000000020004" pitchFamily="2" charset="0"/>
                <a:sym typeface="OpenAI Sans"/>
              </a:rPr>
              <a:t> cursus.</a:t>
            </a:r>
            <a:endParaRPr lang="en-US" sz="1600" dirty="0"/>
          </a:p>
        </p:txBody>
      </p:sp>
      <p:sp>
        <p:nvSpPr>
          <p:cNvPr id="13" name="Content Placeholder 10">
            <a:extLst>
              <a:ext uri="{FF2B5EF4-FFF2-40B4-BE49-F238E27FC236}">
                <a16:creationId xmlns:a16="http://schemas.microsoft.com/office/drawing/2014/main" id="{A81FFF27-06E1-B925-B772-E8C07A029EE7}"/>
              </a:ext>
            </a:extLst>
          </p:cNvPr>
          <p:cNvSpPr txBox="1">
            <a:spLocks/>
          </p:cNvSpPr>
          <p:nvPr/>
        </p:nvSpPr>
        <p:spPr>
          <a:xfrm>
            <a:off x="8536094"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Title here</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Lorem ipsum dolor sit </a:t>
            </a:r>
            <a:r>
              <a:rPr lang="en-US" sz="1600" dirty="0" err="1">
                <a:solidFill>
                  <a:prstClr val="black"/>
                </a:solidFill>
                <a:ea typeface="Helvetica Neue" panose="02000503000000020004" pitchFamily="2" charset="0"/>
                <a:cs typeface="Helvetica Neue" panose="02000503000000020004" pitchFamily="2" charset="0"/>
                <a:sym typeface="OpenAI Sans"/>
              </a:rPr>
              <a:t>amet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consectetur</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adipiscing</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elit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Pellentesque</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ultricies</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quam</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ut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massa</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luctus</a:t>
            </a:r>
            <a:r>
              <a:rPr lang="en-US" sz="1600" dirty="0">
                <a:solidFill>
                  <a:prstClr val="black"/>
                </a:solidFill>
                <a:ea typeface="Helvetica Neue" panose="02000503000000020004" pitchFamily="2" charset="0"/>
                <a:cs typeface="Helvetica Neue" panose="02000503000000020004" pitchFamily="2" charset="0"/>
                <a:sym typeface="OpenAI Sans"/>
              </a:rPr>
              <a:t> cursus.</a:t>
            </a:r>
            <a:endParaRPr lang="en-US" sz="1600" dirty="0"/>
          </a:p>
        </p:txBody>
      </p:sp>
      <p:sp>
        <p:nvSpPr>
          <p:cNvPr id="14" name="Google Shape;340;p61">
            <a:extLst>
              <a:ext uri="{FF2B5EF4-FFF2-40B4-BE49-F238E27FC236}">
                <a16:creationId xmlns:a16="http://schemas.microsoft.com/office/drawing/2014/main" id="{D182FC54-B4D0-2FD9-7909-F4321F70186F}"/>
              </a:ext>
            </a:extLst>
          </p:cNvPr>
          <p:cNvSpPr/>
          <p:nvPr/>
        </p:nvSpPr>
        <p:spPr>
          <a:xfrm>
            <a:off x="46276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5" name="Google Shape;340;p61">
            <a:extLst>
              <a:ext uri="{FF2B5EF4-FFF2-40B4-BE49-F238E27FC236}">
                <a16:creationId xmlns:a16="http://schemas.microsoft.com/office/drawing/2014/main" id="{12304657-C94E-6AEC-95B3-FF04FD52D51C}"/>
              </a:ext>
            </a:extLst>
          </p:cNvPr>
          <p:cNvSpPr/>
          <p:nvPr/>
        </p:nvSpPr>
        <p:spPr>
          <a:xfrm>
            <a:off x="8533270" y="3694102"/>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2" name="Footer Placeholder 1">
            <a:extLst>
              <a:ext uri="{FF2B5EF4-FFF2-40B4-BE49-F238E27FC236}">
                <a16:creationId xmlns:a16="http://schemas.microsoft.com/office/drawing/2014/main" id="{7FAC9A03-119F-393D-2295-2587BE7C4F73}"/>
              </a:ext>
            </a:extLst>
          </p:cNvPr>
          <p:cNvSpPr>
            <a:spLocks noGrp="1"/>
          </p:cNvSpPr>
          <p:nvPr>
            <p:ph type="ftr" sz="quarter" idx="3"/>
          </p:nvPr>
        </p:nvSpPr>
        <p:spPr/>
        <p:txBody>
          <a:bodyPr/>
          <a:lstStyle/>
          <a:p>
            <a:endParaRPr lang="en-US" sz="1100" dirty="0"/>
          </a:p>
        </p:txBody>
      </p:sp>
      <p:sp>
        <p:nvSpPr>
          <p:cNvPr id="4" name="Title 3">
            <a:extLst>
              <a:ext uri="{FF2B5EF4-FFF2-40B4-BE49-F238E27FC236}">
                <a16:creationId xmlns:a16="http://schemas.microsoft.com/office/drawing/2014/main" id="{2F7C895E-DE9C-ED5D-5936-715D047B60E4}"/>
              </a:ext>
            </a:extLst>
          </p:cNvPr>
          <p:cNvSpPr>
            <a:spLocks noGrp="1"/>
          </p:cNvSpPr>
          <p:nvPr>
            <p:ph type="title"/>
          </p:nvPr>
        </p:nvSpPr>
        <p:spPr>
          <a:xfrm>
            <a:off x="393700" y="344008"/>
            <a:ext cx="11404600" cy="755665"/>
          </a:xfrm>
        </p:spPr>
        <p:txBody>
          <a:bodyPr/>
          <a:lstStyle/>
          <a:p>
            <a:r>
              <a:rPr lang="en-US" dirty="0">
                <a:solidFill>
                  <a:schemeClr val="accent1"/>
                </a:solidFill>
              </a:rPr>
              <a:t>Intro with three callout cards</a:t>
            </a:r>
          </a:p>
        </p:txBody>
      </p:sp>
      <p:sp>
        <p:nvSpPr>
          <p:cNvPr id="5" name="Rounded Rectangle 4">
            <a:extLst>
              <a:ext uri="{FF2B5EF4-FFF2-40B4-BE49-F238E27FC236}">
                <a16:creationId xmlns:a16="http://schemas.microsoft.com/office/drawing/2014/main" id="{E49F3E50-E7DD-037F-1687-7A3A08473928}"/>
              </a:ext>
            </a:extLst>
          </p:cNvPr>
          <p:cNvSpPr/>
          <p:nvPr/>
        </p:nvSpPr>
        <p:spPr>
          <a:xfrm>
            <a:off x="422753" y="3365501"/>
            <a:ext cx="3568700" cy="26289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 name="Content Placeholder 9">
            <a:extLst>
              <a:ext uri="{FF2B5EF4-FFF2-40B4-BE49-F238E27FC236}">
                <a16:creationId xmlns:a16="http://schemas.microsoft.com/office/drawing/2014/main" id="{895137EF-1168-9543-8134-200AA74D8FBB}"/>
              </a:ext>
            </a:extLst>
          </p:cNvPr>
          <p:cNvSpPr txBox="1">
            <a:spLocks/>
          </p:cNvSpPr>
          <p:nvPr/>
        </p:nvSpPr>
        <p:spPr>
          <a:xfrm>
            <a:off x="735621" y="4146160"/>
            <a:ext cx="2949339" cy="1432877"/>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Title here</a:t>
            </a:r>
          </a:p>
          <a:p>
            <a:pPr marL="0" indent="0">
              <a:lnSpc>
                <a:spcPct val="114000"/>
              </a:lnSpc>
              <a:spcBef>
                <a:spcPts val="0"/>
              </a:spcBef>
              <a:spcAft>
                <a:spcPts val="800"/>
              </a:spcAft>
              <a:buFont typeface="Arial" panose="020B0604020202020204" pitchFamily="34" charset="0"/>
              <a:buNone/>
              <a:defRPr/>
            </a:pPr>
            <a:r>
              <a:rPr lang="en-US" sz="1600" dirty="0">
                <a:solidFill>
                  <a:prstClr val="black"/>
                </a:solidFill>
                <a:ea typeface="Helvetica Neue" panose="02000503000000020004" pitchFamily="2" charset="0"/>
                <a:cs typeface="Helvetica Neue" panose="02000503000000020004" pitchFamily="2" charset="0"/>
                <a:sym typeface="OpenAI Sans"/>
              </a:rPr>
              <a:t>Lorem ipsum dolor sit </a:t>
            </a:r>
            <a:r>
              <a:rPr lang="en-US" sz="1600" dirty="0" err="1">
                <a:solidFill>
                  <a:prstClr val="black"/>
                </a:solidFill>
                <a:ea typeface="Helvetica Neue" panose="02000503000000020004" pitchFamily="2" charset="0"/>
                <a:cs typeface="Helvetica Neue" panose="02000503000000020004" pitchFamily="2" charset="0"/>
                <a:sym typeface="OpenAI Sans"/>
              </a:rPr>
              <a:t>amet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consectetur</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adipiscing</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elit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Pellentesque</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ultricies</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quam</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ut</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massa</a:t>
            </a:r>
            <a:r>
              <a:rPr lang="en-US" sz="1600" dirty="0">
                <a:solidFill>
                  <a:prstClr val="black"/>
                </a:solidFill>
                <a:ea typeface="Helvetica Neue" panose="02000503000000020004" pitchFamily="2" charset="0"/>
                <a:cs typeface="Helvetica Neue" panose="02000503000000020004" pitchFamily="2" charset="0"/>
                <a:sym typeface="OpenAI Sans"/>
              </a:rPr>
              <a:t> </a:t>
            </a:r>
            <a:r>
              <a:rPr lang="en-US" sz="1600" dirty="0" err="1">
                <a:solidFill>
                  <a:prstClr val="black"/>
                </a:solidFill>
                <a:ea typeface="Helvetica Neue" panose="02000503000000020004" pitchFamily="2" charset="0"/>
                <a:cs typeface="Helvetica Neue" panose="02000503000000020004" pitchFamily="2" charset="0"/>
                <a:sym typeface="OpenAI Sans"/>
              </a:rPr>
              <a:t>luctus</a:t>
            </a:r>
            <a:r>
              <a:rPr lang="en-US" sz="1600" dirty="0">
                <a:solidFill>
                  <a:prstClr val="black"/>
                </a:solidFill>
                <a:ea typeface="Helvetica Neue" panose="02000503000000020004" pitchFamily="2" charset="0"/>
                <a:cs typeface="Helvetica Neue" panose="02000503000000020004" pitchFamily="2" charset="0"/>
                <a:sym typeface="OpenAI Sans"/>
              </a:rPr>
              <a:t> cursus.</a:t>
            </a:r>
            <a:endParaRPr lang="en-US" sz="1600" dirty="0"/>
          </a:p>
        </p:txBody>
      </p:sp>
      <p:sp>
        <p:nvSpPr>
          <p:cNvPr id="7" name="Google Shape;340;p61">
            <a:extLst>
              <a:ext uri="{FF2B5EF4-FFF2-40B4-BE49-F238E27FC236}">
                <a16:creationId xmlns:a16="http://schemas.microsoft.com/office/drawing/2014/main" id="{A926CAA1-5F44-3769-A410-E058BAEE3B13}"/>
              </a:ext>
            </a:extLst>
          </p:cNvPr>
          <p:cNvSpPr/>
          <p:nvPr/>
        </p:nvSpPr>
        <p:spPr>
          <a:xfrm>
            <a:off x="741445" y="3694101"/>
            <a:ext cx="233806" cy="233717"/>
          </a:xfrm>
          <a:custGeom>
            <a:avLst/>
            <a:gdLst/>
            <a:ahLst/>
            <a:cxnLst/>
            <a:rect l="l" t="t" r="r" b="b"/>
            <a:pathLst>
              <a:path w="21600" h="21600" extrusionOk="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a:schemeClr val="accent1"/>
          </a:solidFill>
          <a:ln>
            <a:noFill/>
          </a:ln>
        </p:spPr>
        <p:txBody>
          <a:bodyPr spcFirstLastPara="1" wrap="square" lIns="38100" tIns="38100" rIns="38100" bIns="38100" anchor="ctr" anchorCtr="0">
            <a:noAutofit/>
          </a:bodyPr>
          <a:lstStyle/>
          <a:p>
            <a:pPr algn="ctr">
              <a:buClr>
                <a:srgbClr val="FFFFFF"/>
              </a:buClr>
              <a:buSzPts val="2400"/>
            </a:pPr>
            <a:endParaRPr sz="2400">
              <a:solidFill>
                <a:srgbClr val="FFFFFF"/>
              </a:solidFill>
              <a:latin typeface="Helvetica Neue"/>
              <a:ea typeface="Helvetica Neue"/>
              <a:cs typeface="Helvetica Neue"/>
              <a:sym typeface="Helvetica Neue"/>
            </a:endParaRPr>
          </a:p>
        </p:txBody>
      </p:sp>
      <p:sp>
        <p:nvSpPr>
          <p:cNvPr id="17" name="Google Shape;534;p58">
            <a:extLst>
              <a:ext uri="{FF2B5EF4-FFF2-40B4-BE49-F238E27FC236}">
                <a16:creationId xmlns:a16="http://schemas.microsoft.com/office/drawing/2014/main" id="{208EF3D1-5C57-8D4F-49C8-21BD74420786}"/>
              </a:ext>
            </a:extLst>
          </p:cNvPr>
          <p:cNvSpPr txBox="1">
            <a:spLocks/>
          </p:cNvSpPr>
          <p:nvPr/>
        </p:nvSpPr>
        <p:spPr>
          <a:xfrm>
            <a:off x="393700" y="1820543"/>
            <a:ext cx="11404600" cy="132661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p>
          <a:p>
            <a:pPr marL="0" indent="0">
              <a:lnSpc>
                <a:spcPct val="114000"/>
              </a:lnSpc>
              <a:spcBef>
                <a:spcPts val="0"/>
              </a:spcBef>
              <a:spcAft>
                <a:spcPts val="800"/>
              </a:spcAft>
              <a:buNone/>
            </a:pP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cursus.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pharetra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mauris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tortor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In hac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habitasse</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platea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dictumst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Proin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mattis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nibh</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risus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Nulla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tempor</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elementum</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r>
              <a:rPr lang="en-US" sz="1600" dirty="0" err="1">
                <a:latin typeface="Helvetica Neue" panose="02000503000000020004" pitchFamily="2" charset="0"/>
                <a:ea typeface="Helvetica Neue" panose="02000503000000020004" pitchFamily="2" charset="0"/>
                <a:cs typeface="Helvetica Neue" panose="02000503000000020004" pitchFamily="2" charset="0"/>
                <a:sym typeface="OpenAI Sans"/>
              </a:rPr>
              <a:t>dapibus</a:t>
            </a:r>
            <a:r>
              <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18" name="Google Shape;534;p58">
            <a:extLst>
              <a:ext uri="{FF2B5EF4-FFF2-40B4-BE49-F238E27FC236}">
                <a16:creationId xmlns:a16="http://schemas.microsoft.com/office/drawing/2014/main" id="{93CCF932-231F-7EA0-6520-FFB192B4EFA5}"/>
              </a:ext>
            </a:extLst>
          </p:cNvPr>
          <p:cNvSpPr txBox="1">
            <a:spLocks/>
          </p:cNvSpPr>
          <p:nvPr/>
        </p:nvSpPr>
        <p:spPr>
          <a:xfrm>
            <a:off x="393699" y="1318016"/>
            <a:ext cx="11404599" cy="40244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2000" dirty="0">
                <a:latin typeface="+mj-lt"/>
                <a:ea typeface="Helvetica Neue" panose="02000503000000020004" pitchFamily="2" charset="0"/>
                <a:cs typeface="Helvetica Neue" panose="02000503000000020004" pitchFamily="2" charset="0"/>
                <a:sym typeface="OpenAI Sans"/>
              </a:rPr>
              <a:t>Lorem ipsum dolor sit </a:t>
            </a:r>
            <a:r>
              <a:rPr lang="en-US" sz="2000" dirty="0" err="1">
                <a:latin typeface="+mj-lt"/>
                <a:ea typeface="Helvetica Neue" panose="02000503000000020004" pitchFamily="2" charset="0"/>
                <a:cs typeface="Helvetica Neue" panose="02000503000000020004" pitchFamily="2" charset="0"/>
                <a:sym typeface="OpenAI Sans"/>
              </a:rPr>
              <a:t>amet</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consectetur</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adipiscing</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elit</a:t>
            </a:r>
            <a:r>
              <a:rPr lang="en-US" sz="2000" dirty="0">
                <a:latin typeface="+mj-lt"/>
                <a:ea typeface="Helvetica Neue" panose="02000503000000020004" pitchFamily="2" charset="0"/>
                <a:cs typeface="Helvetica Neue" panose="02000503000000020004" pitchFamily="2" charset="0"/>
                <a:sym typeface="OpenAI Sans"/>
              </a:rPr>
              <a:t>. </a:t>
            </a:r>
            <a:endParaRPr lang="en-US" sz="2000" dirty="0">
              <a:latin typeface="+mj-lt"/>
              <a:ea typeface="Helvetica Neue Medium" panose="02000503000000020004" pitchFamily="2" charset="0"/>
              <a:cs typeface="Helvetica Neue Medium" panose="02000503000000020004" pitchFamily="2" charset="0"/>
              <a:sym typeface="OpenAI Sans"/>
            </a:endParaRPr>
          </a:p>
        </p:txBody>
      </p:sp>
    </p:spTree>
    <p:extLst>
      <p:ext uri="{BB962C8B-B14F-4D97-AF65-F5344CB8AC3E}">
        <p14:creationId xmlns:p14="http://schemas.microsoft.com/office/powerpoint/2010/main" val="1566183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955627D7-4531-FF60-E9C2-2F11A6392F36}"/>
            </a:ext>
          </a:extLst>
        </p:cNvPr>
        <p:cNvGrpSpPr/>
        <p:nvPr/>
      </p:nvGrpSpPr>
      <p:grpSpPr>
        <a:xfrm>
          <a:off x="0" y="0"/>
          <a:ext cx="0" cy="0"/>
          <a:chOff x="0" y="0"/>
          <a:chExt cx="0" cy="0"/>
        </a:xfrm>
      </p:grpSpPr>
      <p:sp>
        <p:nvSpPr>
          <p:cNvPr id="534" name="Google Shape;534;p58">
            <a:extLst>
              <a:ext uri="{FF2B5EF4-FFF2-40B4-BE49-F238E27FC236}">
                <a16:creationId xmlns:a16="http://schemas.microsoft.com/office/drawing/2014/main" id="{C936F667-D10C-5292-AA3B-96BE2CAC84D9}"/>
              </a:ext>
            </a:extLst>
          </p:cNvPr>
          <p:cNvSpPr txBox="1">
            <a:spLocks noGrp="1"/>
          </p:cNvSpPr>
          <p:nvPr>
            <p:ph idx="1"/>
          </p:nvPr>
        </p:nvSpPr>
        <p:spPr>
          <a:xfrm>
            <a:off x="393700" y="2192694"/>
            <a:ext cx="5537200" cy="3801706"/>
          </a:xfrm>
          <a:prstGeom prst="rect">
            <a:avLst/>
          </a:prstGeom>
        </p:spPr>
        <p:txBody>
          <a:bodyPr spcFirstLastPara="1" vert="horz" wrap="square" lIns="0" tIns="0" rIns="0" bIns="0" rtlCol="0" anchor="t" anchorCtr="0">
            <a:noAutofit/>
          </a:bodyPr>
          <a:lstStyle/>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Lorem ipsum dolor sit </a:t>
            </a:r>
            <a:r>
              <a:rPr lang="en-US" sz="1400" dirty="0" err="1">
                <a:ea typeface="Helvetica Neue" panose="02000503000000020004" pitchFamily="2" charset="0"/>
                <a:cs typeface="Helvetica Neue" panose="02000503000000020004" pitchFamily="2" charset="0"/>
                <a:sym typeface="OpenAI Sans"/>
              </a:rPr>
              <a:t>amet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consectetur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adipiscing</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elit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Pellentesque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ultricies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quam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luctus</a:t>
            </a:r>
            <a:r>
              <a:rPr lang="en-US" sz="1400" dirty="0">
                <a:ea typeface="Helvetica Neue" panose="02000503000000020004" pitchFamily="2" charset="0"/>
                <a:cs typeface="Helvetica Neue" panose="02000503000000020004" pitchFamily="2" charset="0"/>
                <a:sym typeface="OpenAI Sans"/>
              </a:rPr>
              <a:t> cursus. </a:t>
            </a:r>
            <a:r>
              <a:rPr lang="en-US" sz="1400" dirty="0" err="1">
                <a:ea typeface="Helvetica Neue" panose="02000503000000020004" pitchFamily="2" charset="0"/>
                <a:cs typeface="Helvetica Neue" panose="02000503000000020004" pitchFamily="2" charset="0"/>
                <a:sym typeface="OpenAI Sans"/>
              </a:rPr>
              <a:t>Nullam</a:t>
            </a:r>
            <a:r>
              <a:rPr lang="en-US" sz="1400" dirty="0">
                <a:ea typeface="Helvetica Neue" panose="02000503000000020004" pitchFamily="2" charset="0"/>
                <a:cs typeface="Helvetica Neue" panose="02000503000000020004" pitchFamily="2" charset="0"/>
                <a:sym typeface="OpenAI Sans"/>
              </a:rPr>
              <a:t> pharetra </a:t>
            </a:r>
            <a:r>
              <a:rPr lang="en-US" sz="1400" dirty="0" err="1">
                <a:ea typeface="Helvetica Neue" panose="02000503000000020004" pitchFamily="2" charset="0"/>
                <a:cs typeface="Helvetica Neue" panose="02000503000000020004" pitchFamily="2" charset="0"/>
                <a:sym typeface="OpenAI Sans"/>
              </a:rPr>
              <a:t>mauris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tortor</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Proin </a:t>
            </a:r>
            <a:r>
              <a:rPr lang="en-US" sz="1400" dirty="0" err="1">
                <a:ea typeface="Helvetica Neue" panose="02000503000000020004" pitchFamily="2" charset="0"/>
                <a:cs typeface="Helvetica Neue" panose="02000503000000020004" pitchFamily="2" charset="0"/>
                <a:sym typeface="OpenAI Sans"/>
              </a:rPr>
              <a:t>mattis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nibh</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risus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Nulla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tempor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elementum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dapibus</a:t>
            </a:r>
            <a:r>
              <a:rPr lang="en-US" sz="1400" dirty="0">
                <a:ea typeface="Helvetica Neue" panose="02000503000000020004" pitchFamily="2" charset="0"/>
                <a:cs typeface="Helvetica Neue" panose="02000503000000020004" pitchFamily="2" charset="0"/>
                <a:sym typeface="OpenAI Sans"/>
              </a:rPr>
              <a:t>. Nam non ante quis </a:t>
            </a:r>
            <a:r>
              <a:rPr lang="en-US" sz="1400" dirty="0" err="1">
                <a:ea typeface="Helvetica Neue" panose="02000503000000020004" pitchFamily="2" charset="0"/>
                <a:cs typeface="Helvetica Neue" panose="02000503000000020004" pitchFamily="2" charset="0"/>
                <a:sym typeface="OpenAI Sans"/>
              </a:rPr>
              <a:t>enim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fringilla</a:t>
            </a:r>
            <a:r>
              <a:rPr lang="en-US" sz="1400" dirty="0">
                <a:ea typeface="Helvetica Neue" panose="02000503000000020004" pitchFamily="2" charset="0"/>
                <a:cs typeface="Helvetica Neue" panose="02000503000000020004" pitchFamily="2" charset="0"/>
                <a:sym typeface="OpenAI Sans"/>
              </a:rPr>
              <a:t> tempus nec in </a:t>
            </a:r>
            <a:r>
              <a:rPr lang="en-US" sz="1400" dirty="0" err="1">
                <a:ea typeface="Helvetica Neue" panose="02000503000000020004" pitchFamily="2" charset="0"/>
                <a:cs typeface="Helvetica Neue" panose="02000503000000020004" pitchFamily="2" charset="0"/>
                <a:sym typeface="OpenAI Sans"/>
              </a:rPr>
              <a:t>lectus</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Lorem ipsum dolor sit </a:t>
            </a:r>
            <a:r>
              <a:rPr lang="en-US" sz="1400" dirty="0" err="1">
                <a:ea typeface="Helvetica Neue" panose="02000503000000020004" pitchFamily="2" charset="0"/>
                <a:cs typeface="Helvetica Neue" panose="02000503000000020004" pitchFamily="2" charset="0"/>
                <a:sym typeface="OpenAI Sans"/>
              </a:rPr>
              <a:t>amet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consectetur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adipiscing</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elit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Pellentesque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ultricies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quam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luctus</a:t>
            </a:r>
            <a:r>
              <a:rPr lang="en-US" sz="1400" dirty="0">
                <a:ea typeface="Helvetica Neue" panose="02000503000000020004" pitchFamily="2" charset="0"/>
                <a:cs typeface="Helvetica Neue" panose="02000503000000020004" pitchFamily="2" charset="0"/>
                <a:sym typeface="OpenAI Sans"/>
              </a:rPr>
              <a:t> cursus. </a:t>
            </a:r>
            <a:r>
              <a:rPr lang="en-US" sz="1400" dirty="0" err="1">
                <a:ea typeface="Helvetica Neue" panose="02000503000000020004" pitchFamily="2" charset="0"/>
                <a:cs typeface="Helvetica Neue" panose="02000503000000020004" pitchFamily="2" charset="0"/>
                <a:sym typeface="OpenAI Sans"/>
              </a:rPr>
              <a:t>Nullam</a:t>
            </a:r>
            <a:r>
              <a:rPr lang="en-US" sz="1400" dirty="0">
                <a:ea typeface="Helvetica Neue" panose="02000503000000020004" pitchFamily="2" charset="0"/>
                <a:cs typeface="Helvetica Neue" panose="02000503000000020004" pitchFamily="2" charset="0"/>
                <a:sym typeface="OpenAI Sans"/>
              </a:rPr>
              <a:t> pharetra </a:t>
            </a:r>
            <a:r>
              <a:rPr lang="en-US" sz="1400" dirty="0" err="1">
                <a:ea typeface="Helvetica Neue" panose="02000503000000020004" pitchFamily="2" charset="0"/>
                <a:cs typeface="Helvetica Neue" panose="02000503000000020004" pitchFamily="2" charset="0"/>
                <a:sym typeface="OpenAI Sans"/>
              </a:rPr>
              <a:t>mauris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tortor</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Proin </a:t>
            </a:r>
            <a:r>
              <a:rPr lang="en-US" sz="1400" dirty="0" err="1">
                <a:ea typeface="Helvetica Neue" panose="02000503000000020004" pitchFamily="2" charset="0"/>
                <a:cs typeface="Helvetica Neue" panose="02000503000000020004" pitchFamily="2" charset="0"/>
                <a:sym typeface="OpenAI Sans"/>
              </a:rPr>
              <a:t>mattis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nibh</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risus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Nulla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tempor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elementum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dapibus</a:t>
            </a:r>
            <a:r>
              <a:rPr lang="en-US" sz="1400" dirty="0">
                <a:ea typeface="Helvetica Neue" panose="02000503000000020004" pitchFamily="2" charset="0"/>
                <a:cs typeface="Helvetica Neue" panose="02000503000000020004" pitchFamily="2" charset="0"/>
                <a:sym typeface="OpenAI Sans"/>
              </a:rPr>
              <a:t>. Nam non ante quis </a:t>
            </a:r>
            <a:r>
              <a:rPr lang="en-US" sz="1400" dirty="0" err="1">
                <a:ea typeface="Helvetica Neue" panose="02000503000000020004" pitchFamily="2" charset="0"/>
                <a:cs typeface="Helvetica Neue" panose="02000503000000020004" pitchFamily="2" charset="0"/>
                <a:sym typeface="OpenAI Sans"/>
              </a:rPr>
              <a:t>enim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fringilla</a:t>
            </a:r>
            <a:r>
              <a:rPr lang="en-US" sz="1400" dirty="0">
                <a:ea typeface="Helvetica Neue" panose="02000503000000020004" pitchFamily="2" charset="0"/>
                <a:cs typeface="Helvetica Neue" panose="02000503000000020004" pitchFamily="2" charset="0"/>
                <a:sym typeface="OpenAI Sans"/>
              </a:rPr>
              <a:t> tempus nec in </a:t>
            </a:r>
            <a:r>
              <a:rPr lang="en-US" sz="1400" dirty="0" err="1">
                <a:ea typeface="Helvetica Neue" panose="02000503000000020004" pitchFamily="2" charset="0"/>
                <a:cs typeface="Helvetica Neue" panose="02000503000000020004" pitchFamily="2" charset="0"/>
                <a:sym typeface="OpenAI Sans"/>
              </a:rPr>
              <a:t>lectus</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a:t>
            </a:r>
          </a:p>
          <a:p>
            <a:pPr marL="0" indent="0">
              <a:lnSpc>
                <a:spcPct val="114000"/>
              </a:lnSpc>
              <a:spcBef>
                <a:spcPts val="0"/>
              </a:spcBef>
              <a:spcAft>
                <a:spcPts val="800"/>
              </a:spcAft>
              <a:buNone/>
            </a:pPr>
            <a:r>
              <a:rPr lang="en-US" sz="1400" dirty="0">
                <a:ea typeface="Helvetica Neue" panose="02000503000000020004" pitchFamily="2" charset="0"/>
                <a:cs typeface="Helvetica Neue" panose="02000503000000020004" pitchFamily="2" charset="0"/>
                <a:sym typeface="OpenAI Sans"/>
              </a:rPr>
              <a:t>Lorem ipsum dolor sit </a:t>
            </a:r>
            <a:r>
              <a:rPr lang="en-US" sz="1400" dirty="0" err="1">
                <a:ea typeface="Helvetica Neue" panose="02000503000000020004" pitchFamily="2" charset="0"/>
                <a:cs typeface="Helvetica Neue" panose="02000503000000020004" pitchFamily="2" charset="0"/>
                <a:sym typeface="OpenAI Sans"/>
              </a:rPr>
              <a:t>amet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consectetur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adipiscing</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elit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Pellentesque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ultricies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quam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luctus</a:t>
            </a:r>
            <a:r>
              <a:rPr lang="en-US" sz="1400" dirty="0">
                <a:ea typeface="Helvetica Neue" panose="02000503000000020004" pitchFamily="2" charset="0"/>
                <a:cs typeface="Helvetica Neue" panose="02000503000000020004" pitchFamily="2" charset="0"/>
                <a:sym typeface="OpenAI Sans"/>
              </a:rPr>
              <a:t> cursus. </a:t>
            </a:r>
            <a:r>
              <a:rPr lang="en-US" sz="1400" dirty="0" err="1">
                <a:ea typeface="Helvetica Neue" panose="02000503000000020004" pitchFamily="2" charset="0"/>
                <a:cs typeface="Helvetica Neue" panose="02000503000000020004" pitchFamily="2" charset="0"/>
                <a:sym typeface="OpenAI Sans"/>
              </a:rPr>
              <a:t>Nullam</a:t>
            </a:r>
            <a:r>
              <a:rPr lang="en-US" sz="1400" dirty="0">
                <a:ea typeface="Helvetica Neue" panose="02000503000000020004" pitchFamily="2" charset="0"/>
                <a:cs typeface="Helvetica Neue" panose="02000503000000020004" pitchFamily="2" charset="0"/>
                <a:sym typeface="OpenAI Sans"/>
              </a:rPr>
              <a:t> pharetra </a:t>
            </a:r>
            <a:r>
              <a:rPr lang="en-US" sz="1400" dirty="0" err="1">
                <a:ea typeface="Helvetica Neue" panose="02000503000000020004" pitchFamily="2" charset="0"/>
                <a:cs typeface="Helvetica Neue" panose="02000503000000020004" pitchFamily="2" charset="0"/>
                <a:sym typeface="OpenAI Sans"/>
              </a:rPr>
              <a:t>mauris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tortor</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Proin </a:t>
            </a:r>
            <a:r>
              <a:rPr lang="en-US" sz="1400" dirty="0" err="1">
                <a:ea typeface="Helvetica Neue" panose="02000503000000020004" pitchFamily="2" charset="0"/>
                <a:cs typeface="Helvetica Neue" panose="02000503000000020004" pitchFamily="2" charset="0"/>
                <a:sym typeface="OpenAI Sans"/>
              </a:rPr>
              <a:t>mattis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nibh</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risus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Nulla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tempor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elementum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dapibus</a:t>
            </a:r>
            <a:r>
              <a:rPr lang="en-US" sz="1400" dirty="0">
                <a:ea typeface="Helvetica Neue" panose="02000503000000020004" pitchFamily="2" charset="0"/>
                <a:cs typeface="Helvetica Neue" panose="02000503000000020004" pitchFamily="2" charset="0"/>
                <a:sym typeface="OpenAI Sans"/>
              </a:rPr>
              <a:t>. Nam non ante quis </a:t>
            </a:r>
            <a:r>
              <a:rPr lang="en-US" sz="1400" dirty="0" err="1">
                <a:ea typeface="Helvetica Neue" panose="02000503000000020004" pitchFamily="2" charset="0"/>
                <a:cs typeface="Helvetica Neue" panose="02000503000000020004" pitchFamily="2" charset="0"/>
                <a:sym typeface="OpenAI Sans"/>
              </a:rPr>
              <a:t>enim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fringilla</a:t>
            </a:r>
            <a:r>
              <a:rPr lang="en-US" sz="1400" dirty="0">
                <a:ea typeface="Helvetica Neue" panose="02000503000000020004" pitchFamily="2" charset="0"/>
                <a:cs typeface="Helvetica Neue" panose="02000503000000020004" pitchFamily="2" charset="0"/>
                <a:sym typeface="OpenAI Sans"/>
              </a:rPr>
              <a:t> tempus nec in </a:t>
            </a:r>
            <a:r>
              <a:rPr lang="en-US" sz="1400" dirty="0" err="1">
                <a:ea typeface="Helvetica Neue" panose="02000503000000020004" pitchFamily="2" charset="0"/>
                <a:cs typeface="Helvetica Neue" panose="02000503000000020004" pitchFamily="2" charset="0"/>
                <a:sym typeface="OpenAI Sans"/>
              </a:rPr>
              <a:t>lectus</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a:t>
            </a:r>
          </a:p>
        </p:txBody>
      </p:sp>
      <p:sp>
        <p:nvSpPr>
          <p:cNvPr id="532" name="Google Shape;532;p58">
            <a:extLst>
              <a:ext uri="{FF2B5EF4-FFF2-40B4-BE49-F238E27FC236}">
                <a16:creationId xmlns:a16="http://schemas.microsoft.com/office/drawing/2014/main" id="{C5959EFF-52C4-5B31-3FCE-BFF3A75CF3CF}"/>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smtClean="0">
                <a:sym typeface="OpenAI Sans"/>
              </a:rPr>
              <a:pPr/>
              <a:t>7</a:t>
            </a:fld>
            <a:endParaRPr lang="en" dirty="0">
              <a:sym typeface="OpenAI Sans"/>
            </a:endParaRPr>
          </a:p>
        </p:txBody>
      </p:sp>
      <p:sp>
        <p:nvSpPr>
          <p:cNvPr id="533" name="Google Shape;533;p58">
            <a:extLst>
              <a:ext uri="{FF2B5EF4-FFF2-40B4-BE49-F238E27FC236}">
                <a16:creationId xmlns:a16="http://schemas.microsoft.com/office/drawing/2014/main" id="{469ED97F-6CDE-1EE8-6602-FE9CC4D732BE}"/>
              </a:ext>
            </a:extLst>
          </p:cNvPr>
          <p:cNvSpPr txBox="1">
            <a:spLocks noGrp="1"/>
          </p:cNvSpPr>
          <p:nvPr>
            <p:ph type="title"/>
          </p:nvPr>
        </p:nvSpPr>
        <p:spPr>
          <a:xfrm>
            <a:off x="393700" y="355026"/>
            <a:ext cx="7835900" cy="1029274"/>
          </a:xfrm>
          <a:prstGeom prst="rect">
            <a:avLst/>
          </a:prstGeom>
        </p:spPr>
        <p:txBody>
          <a:bodyPr spcFirstLastPara="1" vert="horz" wrap="square" lIns="0" tIns="0" rIns="0" bIns="0" rtlCol="0" anchor="t" anchorCtr="0">
            <a:noAutofit/>
          </a:bodyPr>
          <a:lstStyle/>
          <a:p>
            <a:r>
              <a:rPr lang="en-US" dirty="0">
                <a:solidFill>
                  <a:schemeClr val="accent1"/>
                </a:solidFill>
              </a:rPr>
              <a:t>Two column layout</a:t>
            </a:r>
          </a:p>
        </p:txBody>
      </p:sp>
      <p:sp>
        <p:nvSpPr>
          <p:cNvPr id="2" name="Google Shape;534;p58">
            <a:extLst>
              <a:ext uri="{FF2B5EF4-FFF2-40B4-BE49-F238E27FC236}">
                <a16:creationId xmlns:a16="http://schemas.microsoft.com/office/drawing/2014/main" id="{A4A94F3C-B1B2-7289-7098-7C66C8A291D6}"/>
              </a:ext>
            </a:extLst>
          </p:cNvPr>
          <p:cNvSpPr txBox="1">
            <a:spLocks/>
          </p:cNvSpPr>
          <p:nvPr/>
        </p:nvSpPr>
        <p:spPr>
          <a:xfrm>
            <a:off x="6265111" y="2192694"/>
            <a:ext cx="5537200" cy="3801706"/>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Lorem ipsum dolor sit </a:t>
            </a:r>
            <a:r>
              <a:rPr lang="en-US" sz="1400" dirty="0" err="1">
                <a:ea typeface="Helvetica Neue" panose="02000503000000020004" pitchFamily="2" charset="0"/>
                <a:cs typeface="Helvetica Neue" panose="02000503000000020004" pitchFamily="2" charset="0"/>
                <a:sym typeface="OpenAI Sans"/>
              </a:rPr>
              <a:t>amet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consectetur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adipiscing</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elit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Pellentesque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ultricies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quam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luctus</a:t>
            </a:r>
            <a:r>
              <a:rPr lang="en-US" sz="1400" dirty="0">
                <a:ea typeface="Helvetica Neue" panose="02000503000000020004" pitchFamily="2" charset="0"/>
                <a:cs typeface="Helvetica Neue" panose="02000503000000020004" pitchFamily="2" charset="0"/>
                <a:sym typeface="OpenAI Sans"/>
              </a:rPr>
              <a:t> cursus. </a:t>
            </a:r>
            <a:r>
              <a:rPr lang="en-US" sz="1400" dirty="0" err="1">
                <a:ea typeface="Helvetica Neue" panose="02000503000000020004" pitchFamily="2" charset="0"/>
                <a:cs typeface="Helvetica Neue" panose="02000503000000020004" pitchFamily="2" charset="0"/>
                <a:sym typeface="OpenAI Sans"/>
              </a:rPr>
              <a:t>Nullam</a:t>
            </a:r>
            <a:r>
              <a:rPr lang="en-US" sz="1400" dirty="0">
                <a:ea typeface="Helvetica Neue" panose="02000503000000020004" pitchFamily="2" charset="0"/>
                <a:cs typeface="Helvetica Neue" panose="02000503000000020004" pitchFamily="2" charset="0"/>
                <a:sym typeface="OpenAI Sans"/>
              </a:rPr>
              <a:t> pharetra </a:t>
            </a:r>
            <a:r>
              <a:rPr lang="en-US" sz="1400" dirty="0" err="1">
                <a:ea typeface="Helvetica Neue" panose="02000503000000020004" pitchFamily="2" charset="0"/>
                <a:cs typeface="Helvetica Neue" panose="02000503000000020004" pitchFamily="2" charset="0"/>
                <a:sym typeface="OpenAI Sans"/>
              </a:rPr>
              <a:t>mauris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tortor</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Proin </a:t>
            </a:r>
            <a:r>
              <a:rPr lang="en-US" sz="1400" dirty="0" err="1">
                <a:ea typeface="Helvetica Neue" panose="02000503000000020004" pitchFamily="2" charset="0"/>
                <a:cs typeface="Helvetica Neue" panose="02000503000000020004" pitchFamily="2" charset="0"/>
                <a:sym typeface="OpenAI Sans"/>
              </a:rPr>
              <a:t>mattis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nibh</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risus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Nulla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tempor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elementum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dapibus</a:t>
            </a:r>
            <a:r>
              <a:rPr lang="en-US" sz="1400" dirty="0">
                <a:ea typeface="Helvetica Neue" panose="02000503000000020004" pitchFamily="2" charset="0"/>
                <a:cs typeface="Helvetica Neue" panose="02000503000000020004" pitchFamily="2" charset="0"/>
                <a:sym typeface="OpenAI Sans"/>
              </a:rPr>
              <a:t>. Nam non ante quis </a:t>
            </a:r>
            <a:r>
              <a:rPr lang="en-US" sz="1400" dirty="0" err="1">
                <a:ea typeface="Helvetica Neue" panose="02000503000000020004" pitchFamily="2" charset="0"/>
                <a:cs typeface="Helvetica Neue" panose="02000503000000020004" pitchFamily="2" charset="0"/>
                <a:sym typeface="OpenAI Sans"/>
              </a:rPr>
              <a:t>enim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fringilla</a:t>
            </a:r>
            <a:r>
              <a:rPr lang="en-US" sz="1400" dirty="0">
                <a:ea typeface="Helvetica Neue" panose="02000503000000020004" pitchFamily="2" charset="0"/>
                <a:cs typeface="Helvetica Neue" panose="02000503000000020004" pitchFamily="2" charset="0"/>
                <a:sym typeface="OpenAI Sans"/>
              </a:rPr>
              <a:t> tempus nec in </a:t>
            </a:r>
            <a:r>
              <a:rPr lang="en-US" sz="1400" dirty="0" err="1">
                <a:ea typeface="Helvetica Neue" panose="02000503000000020004" pitchFamily="2" charset="0"/>
                <a:cs typeface="Helvetica Neue" panose="02000503000000020004" pitchFamily="2" charset="0"/>
                <a:sym typeface="OpenAI Sans"/>
              </a:rPr>
              <a:t>lectus</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Lorem ipsum dolor sit </a:t>
            </a:r>
            <a:r>
              <a:rPr lang="en-US" sz="1400" dirty="0" err="1">
                <a:ea typeface="Helvetica Neue" panose="02000503000000020004" pitchFamily="2" charset="0"/>
                <a:cs typeface="Helvetica Neue" panose="02000503000000020004" pitchFamily="2" charset="0"/>
                <a:sym typeface="OpenAI Sans"/>
              </a:rPr>
              <a:t>amet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consectetur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adipiscing</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elit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Pellentesque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ultricies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quam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luctus</a:t>
            </a:r>
            <a:r>
              <a:rPr lang="en-US" sz="1400" dirty="0">
                <a:ea typeface="Helvetica Neue" panose="02000503000000020004" pitchFamily="2" charset="0"/>
                <a:cs typeface="Helvetica Neue" panose="02000503000000020004" pitchFamily="2" charset="0"/>
                <a:sym typeface="OpenAI Sans"/>
              </a:rPr>
              <a:t> cursus. </a:t>
            </a:r>
            <a:r>
              <a:rPr lang="en-US" sz="1400" dirty="0" err="1">
                <a:ea typeface="Helvetica Neue" panose="02000503000000020004" pitchFamily="2" charset="0"/>
                <a:cs typeface="Helvetica Neue" panose="02000503000000020004" pitchFamily="2" charset="0"/>
                <a:sym typeface="OpenAI Sans"/>
              </a:rPr>
              <a:t>Nullam</a:t>
            </a:r>
            <a:r>
              <a:rPr lang="en-US" sz="1400" dirty="0">
                <a:ea typeface="Helvetica Neue" panose="02000503000000020004" pitchFamily="2" charset="0"/>
                <a:cs typeface="Helvetica Neue" panose="02000503000000020004" pitchFamily="2" charset="0"/>
                <a:sym typeface="OpenAI Sans"/>
              </a:rPr>
              <a:t> pharetra </a:t>
            </a:r>
            <a:r>
              <a:rPr lang="en-US" sz="1400" dirty="0" err="1">
                <a:ea typeface="Helvetica Neue" panose="02000503000000020004" pitchFamily="2" charset="0"/>
                <a:cs typeface="Helvetica Neue" panose="02000503000000020004" pitchFamily="2" charset="0"/>
                <a:sym typeface="OpenAI Sans"/>
              </a:rPr>
              <a:t>mauris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tortor</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Proin </a:t>
            </a:r>
            <a:r>
              <a:rPr lang="en-US" sz="1400" dirty="0" err="1">
                <a:ea typeface="Helvetica Neue" panose="02000503000000020004" pitchFamily="2" charset="0"/>
                <a:cs typeface="Helvetica Neue" panose="02000503000000020004" pitchFamily="2" charset="0"/>
                <a:sym typeface="OpenAI Sans"/>
              </a:rPr>
              <a:t>mattis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nibh</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risus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Nulla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tempor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elementum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dapibus</a:t>
            </a:r>
            <a:r>
              <a:rPr lang="en-US" sz="1400" dirty="0">
                <a:ea typeface="Helvetica Neue" panose="02000503000000020004" pitchFamily="2" charset="0"/>
                <a:cs typeface="Helvetica Neue" panose="02000503000000020004" pitchFamily="2" charset="0"/>
                <a:sym typeface="OpenAI Sans"/>
              </a:rPr>
              <a:t>. Nam non ante quis </a:t>
            </a:r>
            <a:r>
              <a:rPr lang="en-US" sz="1400" dirty="0" err="1">
                <a:ea typeface="Helvetica Neue" panose="02000503000000020004" pitchFamily="2" charset="0"/>
                <a:cs typeface="Helvetica Neue" panose="02000503000000020004" pitchFamily="2" charset="0"/>
                <a:sym typeface="OpenAI Sans"/>
              </a:rPr>
              <a:t>enim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fringilla</a:t>
            </a:r>
            <a:r>
              <a:rPr lang="en-US" sz="1400" dirty="0">
                <a:ea typeface="Helvetica Neue" panose="02000503000000020004" pitchFamily="2" charset="0"/>
                <a:cs typeface="Helvetica Neue" panose="02000503000000020004" pitchFamily="2" charset="0"/>
                <a:sym typeface="OpenAI Sans"/>
              </a:rPr>
              <a:t> tempus nec in </a:t>
            </a:r>
            <a:r>
              <a:rPr lang="en-US" sz="1400" dirty="0" err="1">
                <a:ea typeface="Helvetica Neue" panose="02000503000000020004" pitchFamily="2" charset="0"/>
                <a:cs typeface="Helvetica Neue" panose="02000503000000020004" pitchFamily="2" charset="0"/>
                <a:sym typeface="OpenAI Sans"/>
              </a:rPr>
              <a:t>lectus</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Lorem ipsum dolor sit </a:t>
            </a:r>
            <a:r>
              <a:rPr lang="en-US" sz="1400" dirty="0" err="1">
                <a:ea typeface="Helvetica Neue" panose="02000503000000020004" pitchFamily="2" charset="0"/>
                <a:cs typeface="Helvetica Neue" panose="02000503000000020004" pitchFamily="2" charset="0"/>
                <a:sym typeface="OpenAI Sans"/>
              </a:rPr>
              <a:t>amet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consectetur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adipiscing</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elit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Pellentesque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ultricies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quam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luctus</a:t>
            </a:r>
            <a:r>
              <a:rPr lang="en-US" sz="1400" dirty="0">
                <a:ea typeface="Helvetica Neue" panose="02000503000000020004" pitchFamily="2" charset="0"/>
                <a:cs typeface="Helvetica Neue" panose="02000503000000020004" pitchFamily="2" charset="0"/>
                <a:sym typeface="OpenAI Sans"/>
              </a:rPr>
              <a:t> cursus. </a:t>
            </a:r>
            <a:r>
              <a:rPr lang="en-US" sz="1400" dirty="0" err="1">
                <a:ea typeface="Helvetica Neue" panose="02000503000000020004" pitchFamily="2" charset="0"/>
                <a:cs typeface="Helvetica Neue" panose="02000503000000020004" pitchFamily="2" charset="0"/>
                <a:sym typeface="OpenAI Sans"/>
              </a:rPr>
              <a:t>Nullam</a:t>
            </a:r>
            <a:r>
              <a:rPr lang="en-US" sz="1400" dirty="0">
                <a:ea typeface="Helvetica Neue" panose="02000503000000020004" pitchFamily="2" charset="0"/>
                <a:cs typeface="Helvetica Neue" panose="02000503000000020004" pitchFamily="2" charset="0"/>
                <a:sym typeface="OpenAI Sans"/>
              </a:rPr>
              <a:t> pharetra </a:t>
            </a:r>
            <a:r>
              <a:rPr lang="en-US" sz="1400" dirty="0" err="1">
                <a:ea typeface="Helvetica Neue" panose="02000503000000020004" pitchFamily="2" charset="0"/>
                <a:cs typeface="Helvetica Neue" panose="02000503000000020004" pitchFamily="2" charset="0"/>
                <a:sym typeface="OpenAI Sans"/>
              </a:rPr>
              <a:t>mauris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tortor</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Proin </a:t>
            </a:r>
            <a:r>
              <a:rPr lang="en-US" sz="1400" dirty="0" err="1">
                <a:ea typeface="Helvetica Neue" panose="02000503000000020004" pitchFamily="2" charset="0"/>
                <a:cs typeface="Helvetica Neue" panose="02000503000000020004" pitchFamily="2" charset="0"/>
                <a:sym typeface="OpenAI Sans"/>
              </a:rPr>
              <a:t>mattis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nibh</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risus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Nulla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tempor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elementum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dapibus</a:t>
            </a:r>
            <a:r>
              <a:rPr lang="en-US" sz="1400" dirty="0">
                <a:ea typeface="Helvetica Neue" panose="02000503000000020004" pitchFamily="2" charset="0"/>
                <a:cs typeface="Helvetica Neue" panose="02000503000000020004" pitchFamily="2" charset="0"/>
                <a:sym typeface="OpenAI Sans"/>
              </a:rPr>
              <a:t>. Nam non ante quis </a:t>
            </a:r>
            <a:r>
              <a:rPr lang="en-US" sz="1400" dirty="0" err="1">
                <a:ea typeface="Helvetica Neue" panose="02000503000000020004" pitchFamily="2" charset="0"/>
                <a:cs typeface="Helvetica Neue" panose="02000503000000020004" pitchFamily="2" charset="0"/>
                <a:sym typeface="OpenAI Sans"/>
              </a:rPr>
              <a:t>enim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fringilla</a:t>
            </a:r>
            <a:r>
              <a:rPr lang="en-US" sz="1400" dirty="0">
                <a:ea typeface="Helvetica Neue" panose="02000503000000020004" pitchFamily="2" charset="0"/>
                <a:cs typeface="Helvetica Neue" panose="02000503000000020004" pitchFamily="2" charset="0"/>
                <a:sym typeface="OpenAI Sans"/>
              </a:rPr>
              <a:t> tempus nec in </a:t>
            </a:r>
            <a:r>
              <a:rPr lang="en-US" sz="1400" dirty="0" err="1">
                <a:ea typeface="Helvetica Neue" panose="02000503000000020004" pitchFamily="2" charset="0"/>
                <a:cs typeface="Helvetica Neue" panose="02000503000000020004" pitchFamily="2" charset="0"/>
                <a:sym typeface="OpenAI Sans"/>
              </a:rPr>
              <a:t>lectus</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a:t>
            </a:r>
          </a:p>
        </p:txBody>
      </p:sp>
      <p:sp>
        <p:nvSpPr>
          <p:cNvPr id="6" name="Footer Placeholder 5">
            <a:extLst>
              <a:ext uri="{FF2B5EF4-FFF2-40B4-BE49-F238E27FC236}">
                <a16:creationId xmlns:a16="http://schemas.microsoft.com/office/drawing/2014/main" id="{43787D66-ADFA-FEAC-9070-B9C216CEFEAB}"/>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FD46BF2A-8122-2E0A-E8CC-886653CF64DA}"/>
              </a:ext>
            </a:extLst>
          </p:cNvPr>
          <p:cNvSpPr txBox="1">
            <a:spLocks/>
          </p:cNvSpPr>
          <p:nvPr/>
        </p:nvSpPr>
        <p:spPr>
          <a:xfrm>
            <a:off x="393700" y="1310936"/>
            <a:ext cx="5537200" cy="719318"/>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Lorem ipsum dolor sit </a:t>
            </a:r>
            <a:r>
              <a:rPr lang="en-US" sz="2000" dirty="0" err="1">
                <a:latin typeface="+mj-lt"/>
                <a:ea typeface="Helvetica Neue" panose="02000503000000020004" pitchFamily="2" charset="0"/>
                <a:cs typeface="Helvetica Neue" panose="02000503000000020004" pitchFamily="2" charset="0"/>
                <a:sym typeface="OpenAI Sans"/>
              </a:rPr>
              <a:t>amet</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consectetur</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adipiscing</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elit</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Pellentesque</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ultricies</a:t>
            </a:r>
            <a:r>
              <a:rPr lang="en-US" sz="2000" dirty="0">
                <a:latin typeface="+mj-lt"/>
                <a:ea typeface="Helvetica Neue" panose="02000503000000020004" pitchFamily="2" charset="0"/>
                <a:cs typeface="Helvetica Neue" panose="02000503000000020004" pitchFamily="2" charset="0"/>
                <a:sym typeface="OpenAI Sans"/>
              </a:rPr>
              <a:t>.</a:t>
            </a:r>
          </a:p>
        </p:txBody>
      </p:sp>
    </p:spTree>
    <p:extLst>
      <p:ext uri="{BB962C8B-B14F-4D97-AF65-F5344CB8AC3E}">
        <p14:creationId xmlns:p14="http://schemas.microsoft.com/office/powerpoint/2010/main" val="54622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2F4F4A9C-A879-377C-6409-053F582355F7}"/>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F5D028D-B73B-5BFF-0AA5-65F94FB570F9}"/>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8</a:t>
            </a:fld>
            <a:endParaRPr dirty="0">
              <a:sym typeface="OpenAI Sans"/>
            </a:endParaRPr>
          </a:p>
        </p:txBody>
      </p:sp>
      <p:sp>
        <p:nvSpPr>
          <p:cNvPr id="533" name="Google Shape;533;p58">
            <a:extLst>
              <a:ext uri="{FF2B5EF4-FFF2-40B4-BE49-F238E27FC236}">
                <a16:creationId xmlns:a16="http://schemas.microsoft.com/office/drawing/2014/main" id="{D035ED81-B82C-6CFE-FAA7-0911E05CDEB2}"/>
              </a:ext>
            </a:extLst>
          </p:cNvPr>
          <p:cNvSpPr txBox="1">
            <a:spLocks noGrp="1"/>
          </p:cNvSpPr>
          <p:nvPr>
            <p:ph type="title"/>
          </p:nvPr>
        </p:nvSpPr>
        <p:spPr>
          <a:xfrm>
            <a:off x="393700" y="1170935"/>
            <a:ext cx="11404600" cy="1797958"/>
          </a:xfrm>
          <a:prstGeom prst="rect">
            <a:avLst/>
          </a:prstGeom>
        </p:spPr>
        <p:txBody>
          <a:bodyPr spcFirstLastPara="1" vert="horz" wrap="square" lIns="0" tIns="0" rIns="0" bIns="0" rtlCol="0" anchor="b" anchorCtr="0">
            <a:noAutofit/>
          </a:bodyPr>
          <a:lstStyle/>
          <a:p>
            <a:pPr algn="ctr"/>
            <a:r>
              <a:rPr lang="en-US" sz="4200" dirty="0">
                <a:solidFill>
                  <a:schemeClr val="accent1"/>
                </a:solidFill>
              </a:rPr>
              <a:t>Statement headline </a:t>
            </a:r>
            <a:br>
              <a:rPr lang="en-US" sz="4200" dirty="0">
                <a:solidFill>
                  <a:schemeClr val="accent1"/>
                </a:solidFill>
              </a:rPr>
            </a:br>
            <a:r>
              <a:rPr lang="en-US" sz="4200" dirty="0">
                <a:solidFill>
                  <a:schemeClr val="accent1"/>
                </a:solidFill>
              </a:rPr>
              <a:t>slide with eight logo grid</a:t>
            </a:r>
            <a:endParaRPr sz="4200" dirty="0">
              <a:solidFill>
                <a:schemeClr val="accent1"/>
              </a:solidFill>
            </a:endParaRPr>
          </a:p>
        </p:txBody>
      </p:sp>
      <p:sp>
        <p:nvSpPr>
          <p:cNvPr id="2" name="Footer Placeholder 1">
            <a:extLst>
              <a:ext uri="{FF2B5EF4-FFF2-40B4-BE49-F238E27FC236}">
                <a16:creationId xmlns:a16="http://schemas.microsoft.com/office/drawing/2014/main" id="{AEFF86C5-A7D2-315F-C644-70488B8E4BC8}"/>
              </a:ext>
            </a:extLst>
          </p:cNvPr>
          <p:cNvSpPr>
            <a:spLocks noGrp="1"/>
          </p:cNvSpPr>
          <p:nvPr>
            <p:ph type="ftr" sz="quarter" idx="3"/>
          </p:nvPr>
        </p:nvSpPr>
        <p:spPr/>
        <p:txBody>
          <a:bodyPr/>
          <a:lstStyle/>
          <a:p>
            <a:endParaRPr lang="en-US" sz="1100" dirty="0"/>
          </a:p>
        </p:txBody>
      </p:sp>
      <p:sp>
        <p:nvSpPr>
          <p:cNvPr id="3" name="Google Shape;534;p58">
            <a:extLst>
              <a:ext uri="{FF2B5EF4-FFF2-40B4-BE49-F238E27FC236}">
                <a16:creationId xmlns:a16="http://schemas.microsoft.com/office/drawing/2014/main" id="{6730FFED-E57C-67CB-4BAA-568126831AB5}"/>
              </a:ext>
            </a:extLst>
          </p:cNvPr>
          <p:cNvSpPr txBox="1">
            <a:spLocks/>
          </p:cNvSpPr>
          <p:nvPr/>
        </p:nvSpPr>
        <p:spPr>
          <a:xfrm>
            <a:off x="2549677" y="3297710"/>
            <a:ext cx="7092645" cy="186590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000"/>
              </a:lnSpc>
              <a:spcBef>
                <a:spcPts val="0"/>
              </a:spcBef>
              <a:spcAft>
                <a:spcPts val="800"/>
              </a:spcAft>
              <a:buFont typeface="Arial" panose="020B0604020202020204" pitchFamily="34" charset="0"/>
              <a:buNone/>
            </a:pPr>
            <a:r>
              <a:rPr lang="en-US" sz="1600">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amet, consectetur adipiscing elit. Pellentesque ultricies quam ut massa luctus cursus. Nullam pharetra mauris tortor. In hac habitasse platea dictumst. Proin mattis nibh risus. Nulla tempor ut massa elementum dapibus. Nam non ante quis enim fringilla tempus nec in lectus. In hac habitasse platea dictumst. </a:t>
            </a:r>
          </a:p>
          <a:p>
            <a:pPr marL="0" indent="0" algn="ctr">
              <a:lnSpc>
                <a:spcPct val="114000"/>
              </a:lnSpc>
              <a:spcBef>
                <a:spcPts val="0"/>
              </a:spcBef>
              <a:spcAft>
                <a:spcPts val="800"/>
              </a:spcAft>
              <a:buFont typeface="Arial" panose="020B0604020202020204" pitchFamily="34" charset="0"/>
              <a:buNone/>
            </a:pPr>
            <a:endParaRPr lang="en-US" sz="1600" dirty="0">
              <a:latin typeface="Helvetica Neue" panose="02000503000000020004" pitchFamily="2" charset="0"/>
              <a:ea typeface="Helvetica Neue" panose="02000503000000020004" pitchFamily="2" charset="0"/>
              <a:cs typeface="Helvetica Neue" panose="02000503000000020004" pitchFamily="2" charset="0"/>
              <a:sym typeface="OpenAI Sans"/>
            </a:endParaRPr>
          </a:p>
        </p:txBody>
      </p:sp>
    </p:spTree>
    <p:extLst>
      <p:ext uri="{BB962C8B-B14F-4D97-AF65-F5344CB8AC3E}">
        <p14:creationId xmlns:p14="http://schemas.microsoft.com/office/powerpoint/2010/main" val="346614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8F193B6A-C27E-FD2B-FCAC-CB712B9CC5D0}"/>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C4429360-E0B5-E472-3BCB-2FC70A04DAF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9</a:t>
            </a:fld>
            <a:endParaRPr dirty="0">
              <a:sym typeface="OpenAI Sans"/>
            </a:endParaRPr>
          </a:p>
        </p:txBody>
      </p:sp>
      <p:sp>
        <p:nvSpPr>
          <p:cNvPr id="533" name="Google Shape;533;p58">
            <a:extLst>
              <a:ext uri="{FF2B5EF4-FFF2-40B4-BE49-F238E27FC236}">
                <a16:creationId xmlns:a16="http://schemas.microsoft.com/office/drawing/2014/main" id="{3CD65521-5912-FE80-B7B5-EE9E16A1351B}"/>
              </a:ext>
            </a:extLst>
          </p:cNvPr>
          <p:cNvSpPr txBox="1">
            <a:spLocks noGrp="1"/>
          </p:cNvSpPr>
          <p:nvPr>
            <p:ph type="title"/>
          </p:nvPr>
        </p:nvSpPr>
        <p:spPr>
          <a:xfrm>
            <a:off x="393700" y="344008"/>
            <a:ext cx="7835900" cy="1040291"/>
          </a:xfrm>
          <a:prstGeom prst="rect">
            <a:avLst/>
          </a:prstGeom>
        </p:spPr>
        <p:txBody>
          <a:bodyPr spcFirstLastPara="1" vert="horz" wrap="square" lIns="0" tIns="0" rIns="0" bIns="0" rtlCol="0" anchor="t" anchorCtr="0">
            <a:noAutofit/>
          </a:bodyPr>
          <a:lstStyle/>
          <a:p>
            <a:r>
              <a:rPr lang="en-US" dirty="0">
                <a:solidFill>
                  <a:schemeClr val="accent1"/>
                </a:solidFill>
              </a:rPr>
              <a:t>Full width data table slide</a:t>
            </a:r>
            <a:endParaRPr dirty="0">
              <a:solidFill>
                <a:schemeClr val="accent1"/>
              </a:solidFill>
            </a:endParaRPr>
          </a:p>
        </p:txBody>
      </p:sp>
      <p:graphicFrame>
        <p:nvGraphicFramePr>
          <p:cNvPr id="2" name="Google Shape;644;p93">
            <a:extLst>
              <a:ext uri="{FF2B5EF4-FFF2-40B4-BE49-F238E27FC236}">
                <a16:creationId xmlns:a16="http://schemas.microsoft.com/office/drawing/2014/main" id="{D298816F-C507-1B76-C71B-E5F8461142E6}"/>
              </a:ext>
            </a:extLst>
          </p:cNvPr>
          <p:cNvGraphicFramePr/>
          <p:nvPr>
            <p:extLst>
              <p:ext uri="{D42A27DB-BD31-4B8C-83A1-F6EECF244321}">
                <p14:modId xmlns:p14="http://schemas.microsoft.com/office/powerpoint/2010/main" val="657042629"/>
              </p:ext>
            </p:extLst>
          </p:nvPr>
        </p:nvGraphicFramePr>
        <p:xfrm>
          <a:off x="4752742" y="1549337"/>
          <a:ext cx="6778000" cy="4627827"/>
        </p:xfrm>
        <a:graphic>
          <a:graphicData uri="http://schemas.openxmlformats.org/drawingml/2006/table">
            <a:tbl>
              <a:tblPr firstRow="1">
                <a:noFill/>
              </a:tblPr>
              <a:tblGrid>
                <a:gridCol w="1694500">
                  <a:extLst>
                    <a:ext uri="{9D8B030D-6E8A-4147-A177-3AD203B41FA5}">
                      <a16:colId xmlns:a16="http://schemas.microsoft.com/office/drawing/2014/main" val="20001"/>
                    </a:ext>
                  </a:extLst>
                </a:gridCol>
                <a:gridCol w="1694500">
                  <a:extLst>
                    <a:ext uri="{9D8B030D-6E8A-4147-A177-3AD203B41FA5}">
                      <a16:colId xmlns:a16="http://schemas.microsoft.com/office/drawing/2014/main" val="20002"/>
                    </a:ext>
                  </a:extLst>
                </a:gridCol>
                <a:gridCol w="1694500">
                  <a:extLst>
                    <a:ext uri="{9D8B030D-6E8A-4147-A177-3AD203B41FA5}">
                      <a16:colId xmlns:a16="http://schemas.microsoft.com/office/drawing/2014/main" val="20003"/>
                    </a:ext>
                  </a:extLst>
                </a:gridCol>
                <a:gridCol w="1694500">
                  <a:extLst>
                    <a:ext uri="{9D8B030D-6E8A-4147-A177-3AD203B41FA5}">
                      <a16:colId xmlns:a16="http://schemas.microsoft.com/office/drawing/2014/main" val="20004"/>
                    </a:ext>
                  </a:extLst>
                </a:gridCol>
              </a:tblGrid>
              <a:tr h="558432">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Column Label</a:t>
                      </a:r>
                      <a:endParaRPr sz="1400" b="1"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lgn="ctr">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b="1" dirty="0">
                          <a:solidFill>
                            <a:srgbClr val="000000"/>
                          </a:solidFill>
                          <a:latin typeface="+mn-lt"/>
                          <a:ea typeface="OpenAI Sans"/>
                          <a:cs typeface="OpenAI Sans"/>
                          <a:sym typeface="OpenAI Sans"/>
                        </a:rPr>
                        <a:t>Column Label</a:t>
                      </a:r>
                      <a:endParaRPr sz="1400" b="1"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Column Label</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Clr>
                          <a:srgbClr val="000000"/>
                        </a:buClr>
                        <a:buSzPts val="1200"/>
                        <a:buFont typeface="Arial"/>
                        <a:buNone/>
                      </a:pPr>
                      <a:r>
                        <a:rPr lang="en-US" sz="1400" b="1">
                          <a:solidFill>
                            <a:srgbClr val="000000"/>
                          </a:solidFill>
                          <a:latin typeface="+mn-lt"/>
                          <a:ea typeface="OpenAI Sans"/>
                          <a:cs typeface="OpenAI Sans"/>
                          <a:sym typeface="OpenAI Sans"/>
                        </a:rPr>
                        <a:t>Column Label</a:t>
                      </a:r>
                      <a:endParaRPr sz="1400" b="1">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D1D2D3">
                          <a:alpha val="0"/>
                        </a:srgbClr>
                      </a:solidFill>
                      <a:prstDash val="solid"/>
                      <a:round/>
                      <a:headEnd type="none" w="sm" len="sm"/>
                      <a:tailEnd type="none" w="sm" len="sm"/>
                    </a:lnB>
                  </a:tcPr>
                </a:tc>
                <a:extLst>
                  <a:ext uri="{0D108BD9-81ED-4DB2-BD59-A6C34878D82A}">
                    <a16:rowId xmlns:a16="http://schemas.microsoft.com/office/drawing/2014/main" val="1000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rgbClr val="D1D2D3">
                          <a:alpha val="0"/>
                        </a:srgbClr>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Yes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1,000,000k / s</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0.00023862381</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D1D2D3">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No</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1,000,000k / s</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0.00023862381</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Yes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1,000,000k / s</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0.00023862381</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No</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1,000,000k / s</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0.00023862381</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Yes</a:t>
                      </a:r>
                      <a:endParaRPr sz="140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1,000,000k / s</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a:solidFill>
                            <a:srgbClr val="000000"/>
                          </a:solidFill>
                          <a:latin typeface="+mn-lt"/>
                          <a:ea typeface="OpenAI Sans"/>
                          <a:cs typeface="OpenAI Sans"/>
                          <a:sym typeface="OpenAI Sans"/>
                        </a:rPr>
                        <a:t>0.00023862381</a:t>
                      </a:r>
                      <a:endParaRPr sz="140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No</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1,000,000k / 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0.00023862381</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Yes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1,000,000k / s</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0.00023862381</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Yes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1,000,000k / 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0.00023862381</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377717350"/>
                  </a:ext>
                </a:extLst>
              </a:tr>
              <a:tr h="452155">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Data Point</a:t>
                      </a:r>
                      <a:endParaRPr sz="1400" dirty="0">
                        <a:solidFill>
                          <a:srgbClr val="000000"/>
                        </a:solidFill>
                        <a:latin typeface="+mn-lt"/>
                        <a:ea typeface="OpenAI Sans"/>
                        <a:cs typeface="OpenAI Sans"/>
                        <a:sym typeface="OpenAI Sans"/>
                      </a:endParaRPr>
                    </a:p>
                  </a:txBody>
                  <a:tcPr marL="0" marR="0"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Yes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1,000,000k / s</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lnSpc>
                          <a:spcPct val="110000"/>
                        </a:lnSpc>
                        <a:spcBef>
                          <a:spcPts val="0"/>
                        </a:spcBef>
                        <a:spcAft>
                          <a:spcPts val="700"/>
                        </a:spcAft>
                        <a:buNone/>
                      </a:pPr>
                      <a:r>
                        <a:rPr lang="en-US" sz="1400" dirty="0">
                          <a:solidFill>
                            <a:srgbClr val="000000"/>
                          </a:solidFill>
                          <a:latin typeface="+mn-lt"/>
                          <a:ea typeface="OpenAI Sans"/>
                          <a:cs typeface="OpenAI Sans"/>
                          <a:sym typeface="OpenAI Sans"/>
                        </a:rPr>
                        <a:t>0.00023862381</a:t>
                      </a:r>
                      <a:endParaRPr sz="1400" dirty="0">
                        <a:solidFill>
                          <a:srgbClr val="000000"/>
                        </a:solidFill>
                        <a:latin typeface="+mn-lt"/>
                        <a:ea typeface="OpenAI Sans"/>
                        <a:cs typeface="OpenAI Sans"/>
                        <a:sym typeface="OpenAI Sans"/>
                      </a:endParaRPr>
                    </a:p>
                  </a:txBody>
                  <a:tcPr marL="0" marR="0" marT="91425" marB="91425">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306402219"/>
                  </a:ext>
                </a:extLst>
              </a:tr>
            </a:tbl>
          </a:graphicData>
        </a:graphic>
      </p:graphicFrame>
      <p:sp>
        <p:nvSpPr>
          <p:cNvPr id="3" name="Footer Placeholder 2">
            <a:extLst>
              <a:ext uri="{FF2B5EF4-FFF2-40B4-BE49-F238E27FC236}">
                <a16:creationId xmlns:a16="http://schemas.microsoft.com/office/drawing/2014/main" id="{175B304C-27F3-8A33-E6D7-E2EFCA2F82B2}"/>
              </a:ext>
            </a:extLst>
          </p:cNvPr>
          <p:cNvSpPr>
            <a:spLocks noGrp="1"/>
          </p:cNvSpPr>
          <p:nvPr>
            <p:ph type="ftr" sz="quarter" idx="3"/>
          </p:nvPr>
        </p:nvSpPr>
        <p:spPr/>
        <p:txBody>
          <a:bodyPr/>
          <a:lstStyle/>
          <a:p>
            <a:endParaRPr lang="en-US" sz="1100" dirty="0"/>
          </a:p>
        </p:txBody>
      </p:sp>
      <p:sp>
        <p:nvSpPr>
          <p:cNvPr id="7" name="Google Shape;534;p58">
            <a:extLst>
              <a:ext uri="{FF2B5EF4-FFF2-40B4-BE49-F238E27FC236}">
                <a16:creationId xmlns:a16="http://schemas.microsoft.com/office/drawing/2014/main" id="{71547039-AB2A-5CA1-49F7-26E9E71601EF}"/>
              </a:ext>
            </a:extLst>
          </p:cNvPr>
          <p:cNvSpPr txBox="1">
            <a:spLocks/>
          </p:cNvSpPr>
          <p:nvPr/>
        </p:nvSpPr>
        <p:spPr>
          <a:xfrm>
            <a:off x="393700" y="2774196"/>
            <a:ext cx="3606800" cy="322020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Lorem ipsum dolor sit </a:t>
            </a:r>
            <a:r>
              <a:rPr lang="en-US" sz="1400" dirty="0" err="1">
                <a:ea typeface="Helvetica Neue" panose="02000503000000020004" pitchFamily="2" charset="0"/>
                <a:cs typeface="Helvetica Neue" panose="02000503000000020004" pitchFamily="2" charset="0"/>
                <a:sym typeface="OpenAI Sans"/>
              </a:rPr>
              <a:t>amet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consectetur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adipiscing</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elit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Pellentesque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ultricies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quam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luctus</a:t>
            </a:r>
            <a:r>
              <a:rPr lang="en-US" sz="1400" dirty="0">
                <a:ea typeface="Helvetica Neue" panose="02000503000000020004" pitchFamily="2" charset="0"/>
                <a:cs typeface="Helvetica Neue" panose="02000503000000020004" pitchFamily="2" charset="0"/>
                <a:sym typeface="OpenAI Sans"/>
              </a:rPr>
              <a:t> cursus. </a:t>
            </a:r>
            <a:r>
              <a:rPr lang="en-US" sz="1400" dirty="0" err="1">
                <a:ea typeface="Helvetica Neue" panose="02000503000000020004" pitchFamily="2" charset="0"/>
                <a:cs typeface="Helvetica Neue" panose="02000503000000020004" pitchFamily="2" charset="0"/>
                <a:sym typeface="OpenAI Sans"/>
              </a:rPr>
              <a:t>Nullam</a:t>
            </a:r>
            <a:r>
              <a:rPr lang="en-US" sz="1400" dirty="0">
                <a:ea typeface="Helvetica Neue" panose="02000503000000020004" pitchFamily="2" charset="0"/>
                <a:cs typeface="Helvetica Neue" panose="02000503000000020004" pitchFamily="2" charset="0"/>
                <a:sym typeface="OpenAI Sans"/>
              </a:rPr>
              <a:t> pharetra </a:t>
            </a:r>
            <a:r>
              <a:rPr lang="en-US" sz="1400" dirty="0" err="1">
                <a:ea typeface="Helvetica Neue" panose="02000503000000020004" pitchFamily="2" charset="0"/>
                <a:cs typeface="Helvetica Neue" panose="02000503000000020004" pitchFamily="2" charset="0"/>
                <a:sym typeface="OpenAI Sans"/>
              </a:rPr>
              <a:t>mauris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tortor</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Proin </a:t>
            </a:r>
            <a:r>
              <a:rPr lang="en-US" sz="1400" dirty="0" err="1">
                <a:ea typeface="Helvetica Neue" panose="02000503000000020004" pitchFamily="2" charset="0"/>
                <a:cs typeface="Helvetica Neue" panose="02000503000000020004" pitchFamily="2" charset="0"/>
                <a:sym typeface="OpenAI Sans"/>
              </a:rPr>
              <a:t>mattis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nibh</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risus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Nulla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tempor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elementum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dapibus</a:t>
            </a:r>
            <a:r>
              <a:rPr lang="en-US" sz="1400" dirty="0">
                <a:ea typeface="Helvetica Neue" panose="02000503000000020004" pitchFamily="2" charset="0"/>
                <a:cs typeface="Helvetica Neue" panose="02000503000000020004" pitchFamily="2" charset="0"/>
                <a:sym typeface="OpenAI Sans"/>
              </a:rPr>
              <a:t>. Nam non ante quis </a:t>
            </a:r>
            <a:r>
              <a:rPr lang="en-US" sz="1400" dirty="0" err="1">
                <a:ea typeface="Helvetica Neue" panose="02000503000000020004" pitchFamily="2" charset="0"/>
                <a:cs typeface="Helvetica Neue" panose="02000503000000020004" pitchFamily="2" charset="0"/>
                <a:sym typeface="OpenAI Sans"/>
              </a:rPr>
              <a:t>enim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fringilla</a:t>
            </a:r>
            <a:r>
              <a:rPr lang="en-US" sz="1400" dirty="0">
                <a:ea typeface="Helvetica Neue" panose="02000503000000020004" pitchFamily="2" charset="0"/>
                <a:cs typeface="Helvetica Neue" panose="02000503000000020004" pitchFamily="2" charset="0"/>
                <a:sym typeface="OpenAI Sans"/>
              </a:rPr>
              <a:t> tempus nec in </a:t>
            </a:r>
            <a:r>
              <a:rPr lang="en-US" sz="1400" dirty="0" err="1">
                <a:ea typeface="Helvetica Neue" panose="02000503000000020004" pitchFamily="2" charset="0"/>
                <a:cs typeface="Helvetica Neue" panose="02000503000000020004" pitchFamily="2" charset="0"/>
                <a:sym typeface="OpenAI Sans"/>
              </a:rPr>
              <a:t>lectus</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a:t>
            </a:r>
          </a:p>
          <a:p>
            <a:pPr marL="0" indent="0">
              <a:lnSpc>
                <a:spcPct val="114000"/>
              </a:lnSpc>
              <a:spcBef>
                <a:spcPts val="0"/>
              </a:spcBef>
              <a:spcAft>
                <a:spcPts val="800"/>
              </a:spcAft>
              <a:buFont typeface="Arial" panose="020B0604020202020204" pitchFamily="34" charset="0"/>
              <a:buNone/>
            </a:pPr>
            <a:r>
              <a:rPr lang="en-US" sz="1400" dirty="0">
                <a:ea typeface="Helvetica Neue" panose="02000503000000020004" pitchFamily="2" charset="0"/>
                <a:cs typeface="Helvetica Neue" panose="02000503000000020004" pitchFamily="2" charset="0"/>
                <a:sym typeface="OpenAI Sans"/>
              </a:rPr>
              <a:t>Lorem ipsum dolor sit </a:t>
            </a:r>
            <a:r>
              <a:rPr lang="en-US" sz="1400" dirty="0" err="1">
                <a:ea typeface="Helvetica Neue" panose="02000503000000020004" pitchFamily="2" charset="0"/>
                <a:cs typeface="Helvetica Neue" panose="02000503000000020004" pitchFamily="2" charset="0"/>
                <a:sym typeface="OpenAI Sans"/>
              </a:rPr>
              <a:t>amet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consectetur</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adipiscing</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elit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Pellentesque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ultricies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quam</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ut</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massa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luctus</a:t>
            </a:r>
            <a:r>
              <a:rPr lang="en-US" sz="1400" dirty="0">
                <a:ea typeface="Helvetica Neue" panose="02000503000000020004" pitchFamily="2" charset="0"/>
                <a:cs typeface="Helvetica Neue" panose="02000503000000020004" pitchFamily="2" charset="0"/>
                <a:sym typeface="OpenAI Sans"/>
              </a:rPr>
              <a:t> cursus. </a:t>
            </a:r>
            <a:r>
              <a:rPr lang="en-US" sz="1400" dirty="0" err="1">
                <a:ea typeface="Helvetica Neue" panose="02000503000000020004" pitchFamily="2" charset="0"/>
                <a:cs typeface="Helvetica Neue" panose="02000503000000020004" pitchFamily="2" charset="0"/>
                <a:sym typeface="OpenAI Sans"/>
              </a:rPr>
              <a:t>Nullam</a:t>
            </a:r>
            <a:r>
              <a:rPr lang="en-US" sz="1400" dirty="0">
                <a:ea typeface="Helvetica Neue" panose="02000503000000020004" pitchFamily="2" charset="0"/>
                <a:cs typeface="Helvetica Neue" panose="02000503000000020004" pitchFamily="2" charset="0"/>
                <a:sym typeface="OpenAI Sans"/>
              </a:rPr>
              <a:t> pharetra </a:t>
            </a:r>
            <a:r>
              <a:rPr lang="en-US" sz="1400" dirty="0" err="1">
                <a:ea typeface="Helvetica Neue" panose="02000503000000020004" pitchFamily="2" charset="0"/>
                <a:cs typeface="Helvetica Neue" panose="02000503000000020004" pitchFamily="2" charset="0"/>
                <a:sym typeface="OpenAI Sans"/>
              </a:rPr>
              <a:t>mauris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tortor</a:t>
            </a:r>
            <a:r>
              <a:rPr lang="en-US" sz="1400" dirty="0">
                <a:ea typeface="Helvetica Neue" panose="02000503000000020004" pitchFamily="2" charset="0"/>
                <a:cs typeface="Helvetica Neue" panose="02000503000000020004" pitchFamily="2" charset="0"/>
                <a:sym typeface="OpenAI Sans"/>
              </a:rPr>
              <a:t>. In hac </a:t>
            </a:r>
            <a:r>
              <a:rPr lang="en-US" sz="1400" dirty="0" err="1">
                <a:ea typeface="Helvetica Neue" panose="02000503000000020004" pitchFamily="2" charset="0"/>
                <a:cs typeface="Helvetica Neue" panose="02000503000000020004" pitchFamily="2" charset="0"/>
                <a:sym typeface="OpenAI Sans"/>
              </a:rPr>
              <a:t>habitasse</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platea</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dictumst</a:t>
            </a:r>
            <a:r>
              <a:rPr lang="en-US" sz="1400" dirty="0">
                <a:ea typeface="Helvetica Neue" panose="02000503000000020004" pitchFamily="2" charset="0"/>
                <a:cs typeface="Helvetica Neue" panose="02000503000000020004" pitchFamily="2" charset="0"/>
                <a:sym typeface="OpenAI Sans"/>
              </a:rPr>
              <a:t>. Proin </a:t>
            </a:r>
            <a:r>
              <a:rPr lang="en-US" sz="1400" dirty="0" err="1">
                <a:ea typeface="Helvetica Neue" panose="02000503000000020004" pitchFamily="2" charset="0"/>
                <a:cs typeface="Helvetica Neue" panose="02000503000000020004" pitchFamily="2" charset="0"/>
                <a:sym typeface="OpenAI Sans"/>
              </a:rPr>
              <a:t>mattis</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nibh</a:t>
            </a:r>
            <a:r>
              <a:rPr lang="en-US" sz="1400" dirty="0">
                <a:ea typeface="Helvetica Neue" panose="02000503000000020004" pitchFamily="2" charset="0"/>
                <a:cs typeface="Helvetica Neue" panose="02000503000000020004" pitchFamily="2" charset="0"/>
                <a:sym typeface="OpenAI Sans"/>
              </a:rPr>
              <a:t> </a:t>
            </a:r>
            <a:r>
              <a:rPr lang="en-US" sz="1400" dirty="0" err="1">
                <a:ea typeface="Helvetica Neue" panose="02000503000000020004" pitchFamily="2" charset="0"/>
                <a:cs typeface="Helvetica Neue" panose="02000503000000020004" pitchFamily="2" charset="0"/>
                <a:sym typeface="OpenAI Sans"/>
              </a:rPr>
              <a:t>risus</a:t>
            </a:r>
            <a:r>
              <a:rPr lang="en-US" sz="1400" dirty="0">
                <a:ea typeface="Helvetica Neue" panose="02000503000000020004" pitchFamily="2" charset="0"/>
                <a:cs typeface="Helvetica Neue" panose="02000503000000020004" pitchFamily="2" charset="0"/>
                <a:sym typeface="OpenAI Sans"/>
              </a:rPr>
              <a:t>. </a:t>
            </a:r>
          </a:p>
        </p:txBody>
      </p:sp>
      <p:sp>
        <p:nvSpPr>
          <p:cNvPr id="8" name="Google Shape;534;p58">
            <a:extLst>
              <a:ext uri="{FF2B5EF4-FFF2-40B4-BE49-F238E27FC236}">
                <a16:creationId xmlns:a16="http://schemas.microsoft.com/office/drawing/2014/main" id="{D136FB89-7449-CC90-F061-B6BF578EA25E}"/>
              </a:ext>
            </a:extLst>
          </p:cNvPr>
          <p:cNvSpPr txBox="1">
            <a:spLocks/>
          </p:cNvSpPr>
          <p:nvPr/>
        </p:nvSpPr>
        <p:spPr>
          <a:xfrm>
            <a:off x="393700" y="1564835"/>
            <a:ext cx="3606800" cy="1178365"/>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None/>
            </a:pPr>
            <a:r>
              <a:rPr lang="en-US" sz="2000" dirty="0">
                <a:latin typeface="+mj-lt"/>
                <a:ea typeface="Helvetica Neue" panose="02000503000000020004" pitchFamily="2" charset="0"/>
                <a:cs typeface="Helvetica Neue" panose="02000503000000020004" pitchFamily="2" charset="0"/>
                <a:sym typeface="OpenAI Sans"/>
              </a:rPr>
              <a:t>Lorem ipsum dolor sit </a:t>
            </a:r>
            <a:r>
              <a:rPr lang="en-US" sz="2000" dirty="0" err="1">
                <a:latin typeface="+mj-lt"/>
                <a:ea typeface="Helvetica Neue" panose="02000503000000020004" pitchFamily="2" charset="0"/>
                <a:cs typeface="Helvetica Neue" panose="02000503000000020004" pitchFamily="2" charset="0"/>
                <a:sym typeface="OpenAI Sans"/>
              </a:rPr>
              <a:t>amet</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consectetur</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adipiscing</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elit</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Pellentesque</a:t>
            </a:r>
            <a:r>
              <a:rPr lang="en-US" sz="2000" dirty="0">
                <a:latin typeface="+mj-lt"/>
                <a:ea typeface="Helvetica Neue" panose="02000503000000020004" pitchFamily="2" charset="0"/>
                <a:cs typeface="Helvetica Neue" panose="02000503000000020004" pitchFamily="2" charset="0"/>
                <a:sym typeface="OpenAI Sans"/>
              </a:rPr>
              <a:t> </a:t>
            </a:r>
            <a:r>
              <a:rPr lang="en-US" sz="2000" dirty="0" err="1">
                <a:latin typeface="+mj-lt"/>
                <a:ea typeface="Helvetica Neue" panose="02000503000000020004" pitchFamily="2" charset="0"/>
                <a:cs typeface="Helvetica Neue" panose="02000503000000020004" pitchFamily="2" charset="0"/>
                <a:sym typeface="OpenAI Sans"/>
              </a:rPr>
              <a:t>ultricies</a:t>
            </a:r>
            <a:r>
              <a:rPr lang="en-US" sz="2000" dirty="0">
                <a:latin typeface="+mj-lt"/>
                <a:ea typeface="Helvetica Neue" panose="02000503000000020004" pitchFamily="2" charset="0"/>
                <a:cs typeface="Helvetica Neue" panose="02000503000000020004" pitchFamily="2" charset="0"/>
                <a:sym typeface="OpenAI Sans"/>
              </a:rPr>
              <a:t>.</a:t>
            </a:r>
          </a:p>
        </p:txBody>
      </p:sp>
    </p:spTree>
    <p:extLst>
      <p:ext uri="{BB962C8B-B14F-4D97-AF65-F5344CB8AC3E}">
        <p14:creationId xmlns:p14="http://schemas.microsoft.com/office/powerpoint/2010/main" val="2553894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0CA52547-020D-99FE-7808-E009E93F50A1}"/>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F29587C6-818E-614C-4E8F-CD264BB5DD41}"/>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10</a:t>
            </a:fld>
            <a:endParaRPr dirty="0">
              <a:sym typeface="OpenAI Sans"/>
            </a:endParaRPr>
          </a:p>
        </p:txBody>
      </p:sp>
      <p:sp>
        <p:nvSpPr>
          <p:cNvPr id="533" name="Google Shape;533;p58">
            <a:extLst>
              <a:ext uri="{FF2B5EF4-FFF2-40B4-BE49-F238E27FC236}">
                <a16:creationId xmlns:a16="http://schemas.microsoft.com/office/drawing/2014/main" id="{E3FE1DBC-074A-B31C-7363-7F3B84443707}"/>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Chart with three cards</a:t>
            </a:r>
            <a:endParaRPr dirty="0">
              <a:solidFill>
                <a:schemeClr val="accent1"/>
              </a:solidFill>
            </a:endParaRPr>
          </a:p>
        </p:txBody>
      </p:sp>
      <p:graphicFrame>
        <p:nvGraphicFramePr>
          <p:cNvPr id="4" name="Chart 3">
            <a:extLst>
              <a:ext uri="{FF2B5EF4-FFF2-40B4-BE49-F238E27FC236}">
                <a16:creationId xmlns:a16="http://schemas.microsoft.com/office/drawing/2014/main" id="{892A243F-0816-2E7E-47DA-72090C074831}"/>
              </a:ext>
            </a:extLst>
          </p:cNvPr>
          <p:cNvGraphicFramePr/>
          <p:nvPr>
            <p:extLst>
              <p:ext uri="{D42A27DB-BD31-4B8C-83A1-F6EECF244321}">
                <p14:modId xmlns:p14="http://schemas.microsoft.com/office/powerpoint/2010/main" val="3139987496"/>
              </p:ext>
            </p:extLst>
          </p:nvPr>
        </p:nvGraphicFramePr>
        <p:xfrm>
          <a:off x="408690" y="1023105"/>
          <a:ext cx="5124182" cy="5225194"/>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41655C29-3D04-D88C-395C-E6000B5894F9}"/>
              </a:ext>
            </a:extLst>
          </p:cNvPr>
          <p:cNvSpPr>
            <a:spLocks noGrp="1"/>
          </p:cNvSpPr>
          <p:nvPr>
            <p:ph type="ftr" sz="quarter" idx="3"/>
          </p:nvPr>
        </p:nvSpPr>
        <p:spPr/>
        <p:txBody>
          <a:bodyPr/>
          <a:lstStyle/>
          <a:p>
            <a:endParaRPr lang="en-US" sz="1100" dirty="0"/>
          </a:p>
        </p:txBody>
      </p:sp>
      <p:sp>
        <p:nvSpPr>
          <p:cNvPr id="6" name="Rounded Rectangle 5">
            <a:extLst>
              <a:ext uri="{FF2B5EF4-FFF2-40B4-BE49-F238E27FC236}">
                <a16:creationId xmlns:a16="http://schemas.microsoft.com/office/drawing/2014/main" id="{DEFFCFBF-F669-9423-2DB8-D166659E1B79}"/>
              </a:ext>
            </a:extLst>
          </p:cNvPr>
          <p:cNvSpPr/>
          <p:nvPr/>
        </p:nvSpPr>
        <p:spPr>
          <a:xfrm>
            <a:off x="6264412" y="2374900"/>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2B25D3D5-48E8-D985-A4A9-9DA67A423BF8}"/>
              </a:ext>
            </a:extLst>
          </p:cNvPr>
          <p:cNvSpPr/>
          <p:nvPr/>
        </p:nvSpPr>
        <p:spPr>
          <a:xfrm>
            <a:off x="6264412" y="4370106"/>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Content Placeholder 10">
            <a:extLst>
              <a:ext uri="{FF2B5EF4-FFF2-40B4-BE49-F238E27FC236}">
                <a16:creationId xmlns:a16="http://schemas.microsoft.com/office/drawing/2014/main" id="{993A9C42-081B-E830-D8CB-13511AF87915}"/>
              </a:ext>
            </a:extLst>
          </p:cNvPr>
          <p:cNvSpPr txBox="1">
            <a:spLocks/>
          </p:cNvSpPr>
          <p:nvPr/>
        </p:nvSpPr>
        <p:spPr>
          <a:xfrm>
            <a:off x="6558438" y="3088295"/>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13" name="TextBox 12">
            <a:extLst>
              <a:ext uri="{FF2B5EF4-FFF2-40B4-BE49-F238E27FC236}">
                <a16:creationId xmlns:a16="http://schemas.microsoft.com/office/drawing/2014/main" id="{F3899B51-315F-2B69-8DFE-6F0EE585DE74}"/>
              </a:ext>
            </a:extLst>
          </p:cNvPr>
          <p:cNvSpPr txBox="1"/>
          <p:nvPr/>
        </p:nvSpPr>
        <p:spPr>
          <a:xfrm>
            <a:off x="6555127" y="2631212"/>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
        <p:nvSpPr>
          <p:cNvPr id="14" name="Content Placeholder 10">
            <a:extLst>
              <a:ext uri="{FF2B5EF4-FFF2-40B4-BE49-F238E27FC236}">
                <a16:creationId xmlns:a16="http://schemas.microsoft.com/office/drawing/2014/main" id="{DBE99E9C-A611-68DB-873D-1306B6DA4538}"/>
              </a:ext>
            </a:extLst>
          </p:cNvPr>
          <p:cNvSpPr txBox="1">
            <a:spLocks/>
          </p:cNvSpPr>
          <p:nvPr/>
        </p:nvSpPr>
        <p:spPr>
          <a:xfrm>
            <a:off x="6558438" y="5094931"/>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15" name="TextBox 14">
            <a:extLst>
              <a:ext uri="{FF2B5EF4-FFF2-40B4-BE49-F238E27FC236}">
                <a16:creationId xmlns:a16="http://schemas.microsoft.com/office/drawing/2014/main" id="{5A7172E7-1168-69D9-D755-CC735D3A9194}"/>
              </a:ext>
            </a:extLst>
          </p:cNvPr>
          <p:cNvSpPr txBox="1"/>
          <p:nvPr/>
        </p:nvSpPr>
        <p:spPr>
          <a:xfrm>
            <a:off x="6555127" y="4637848"/>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
        <p:nvSpPr>
          <p:cNvPr id="16" name="Rounded Rectangle 15">
            <a:extLst>
              <a:ext uri="{FF2B5EF4-FFF2-40B4-BE49-F238E27FC236}">
                <a16:creationId xmlns:a16="http://schemas.microsoft.com/office/drawing/2014/main" id="{B252D751-7B28-98E9-CF7E-0EB98657E0AF}"/>
              </a:ext>
            </a:extLst>
          </p:cNvPr>
          <p:cNvSpPr/>
          <p:nvPr/>
        </p:nvSpPr>
        <p:spPr>
          <a:xfrm>
            <a:off x="6264412" y="391117"/>
            <a:ext cx="5533887" cy="1638300"/>
          </a:xfrm>
          <a:prstGeom prst="roundRect">
            <a:avLst>
              <a:gd name="adj" fmla="val 3585"/>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7" name="Content Placeholder 10">
            <a:extLst>
              <a:ext uri="{FF2B5EF4-FFF2-40B4-BE49-F238E27FC236}">
                <a16:creationId xmlns:a16="http://schemas.microsoft.com/office/drawing/2014/main" id="{07D94FB0-B75A-4229-2FD1-CA1FAAC57998}"/>
              </a:ext>
            </a:extLst>
          </p:cNvPr>
          <p:cNvSpPr txBox="1">
            <a:spLocks/>
          </p:cNvSpPr>
          <p:nvPr/>
        </p:nvSpPr>
        <p:spPr>
          <a:xfrm>
            <a:off x="6558438" y="1104512"/>
            <a:ext cx="4986886" cy="597539"/>
          </a:xfrm>
          <a:prstGeom prst="rect">
            <a:avLst/>
          </a:prstGeom>
        </p:spPr>
        <p:txBody>
          <a:bodyPr vert="horz" lIns="0" tIns="0" rIns="0" bIns="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300"/>
              </a:spcBef>
              <a:spcAft>
                <a:spcPts val="1300"/>
              </a:spcAft>
              <a:buClrTx/>
              <a:buSzTx/>
              <a:buFontTx/>
              <a:buNone/>
              <a:tabLst/>
              <a:defRPr/>
            </a:pP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Lorem ipsum dolor sit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amet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consectetur</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adipiscing</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elit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Pellentesque</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ultricies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quam</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ut</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massa</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luctus</a:t>
            </a:r>
            <a:r>
              <a:rPr kumimoji="0" lang="en-US" sz="1600" b="0" i="0" u="none" strike="noStrike" kern="1200" cap="none" spc="0" normalizeH="0" baseline="0" noProof="0" dirty="0">
                <a:ln>
                  <a:noFill/>
                </a:ln>
                <a:effectLst/>
                <a:uLnTx/>
                <a:uFillTx/>
                <a:latin typeface="Helvetica Neue" panose="02000503000000020004" pitchFamily="2" charset="0"/>
                <a:ea typeface="Helvetica Neue" panose="02000503000000020004" pitchFamily="2" charset="0"/>
                <a:cs typeface="Helvetica Neue" panose="02000503000000020004" pitchFamily="2" charset="0"/>
                <a:sym typeface="OpenAI Sans"/>
              </a:rPr>
              <a:t>. </a:t>
            </a:r>
          </a:p>
        </p:txBody>
      </p:sp>
      <p:sp>
        <p:nvSpPr>
          <p:cNvPr id="18" name="TextBox 17">
            <a:extLst>
              <a:ext uri="{FF2B5EF4-FFF2-40B4-BE49-F238E27FC236}">
                <a16:creationId xmlns:a16="http://schemas.microsoft.com/office/drawing/2014/main" id="{20D1D081-A168-A031-F892-8E2476A4AF34}"/>
              </a:ext>
            </a:extLst>
          </p:cNvPr>
          <p:cNvSpPr txBox="1"/>
          <p:nvPr/>
        </p:nvSpPr>
        <p:spPr>
          <a:xfrm>
            <a:off x="6555127" y="647429"/>
            <a:ext cx="4986886" cy="287258"/>
          </a:xfrm>
          <a:prstGeom prst="rect">
            <a:avLst/>
          </a:prstGeom>
          <a:noFill/>
        </p:spPr>
        <p:txBody>
          <a:bodyPr wrap="square" lIns="0" tIns="0" rIns="0" bIns="0">
            <a:spAutoFit/>
          </a:bodyPr>
          <a:lstStyle/>
          <a:p>
            <a:pPr marL="0" marR="0" lvl="0" indent="0" algn="l" defTabSz="914400" rtl="0" eaLnBrk="1" fontAlgn="auto" latinLnBrk="0" hangingPunct="1">
              <a:lnSpc>
                <a:spcPct val="114000"/>
              </a:lnSpc>
              <a:spcBef>
                <a:spcPts val="0"/>
              </a:spcBef>
              <a:spcAft>
                <a:spcPts val="800"/>
              </a:spcAft>
              <a:buClrTx/>
              <a:buSzTx/>
              <a:buFontTx/>
              <a:buNone/>
              <a:tabLst/>
              <a:defRPr/>
            </a:pPr>
            <a:r>
              <a:rPr kumimoji="0" lang="en-US" sz="1800" b="0" i="0" u="none" strike="noStrike" kern="1200" cap="none" spc="0" normalizeH="0" baseline="0" noProof="0" dirty="0">
                <a:ln>
                  <a:noFill/>
                </a:ln>
                <a:solidFill>
                  <a:srgbClr val="3357B8"/>
                </a:solidFill>
                <a:effectLst/>
                <a:uLnTx/>
                <a:uFillTx/>
                <a:latin typeface="Helvetica Neue Medium" panose="02000503000000020004" pitchFamily="2" charset="0"/>
                <a:ea typeface="Helvetica Neue Medium" panose="02000503000000020004" pitchFamily="2" charset="0"/>
                <a:cs typeface="Helvetica Neue Medium" panose="02000503000000020004" pitchFamily="2" charset="0"/>
                <a:sym typeface="OpenAI Sans"/>
              </a:rPr>
              <a:t>Topic title goes here</a:t>
            </a:r>
          </a:p>
        </p:txBody>
      </p:sp>
    </p:spTree>
    <p:extLst>
      <p:ext uri="{BB962C8B-B14F-4D97-AF65-F5344CB8AC3E}">
        <p14:creationId xmlns:p14="http://schemas.microsoft.com/office/powerpoint/2010/main" val="3145975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1A03D60E-5DAA-16C1-57A8-527A813C058D}"/>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95E36811-4D7D-1AF4-2047-7797FCF55465}"/>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11</a:t>
            </a:fld>
            <a:endParaRPr dirty="0">
              <a:sym typeface="OpenAI Sans"/>
            </a:endParaRPr>
          </a:p>
        </p:txBody>
      </p:sp>
      <p:sp>
        <p:nvSpPr>
          <p:cNvPr id="533" name="Google Shape;533;p58">
            <a:extLst>
              <a:ext uri="{FF2B5EF4-FFF2-40B4-BE49-F238E27FC236}">
                <a16:creationId xmlns:a16="http://schemas.microsoft.com/office/drawing/2014/main" id="{0619161C-354F-15D6-9579-085F52D7C5B2}"/>
              </a:ext>
            </a:extLst>
          </p:cNvPr>
          <p:cNvSpPr txBox="1">
            <a:spLocks noGrp="1"/>
          </p:cNvSpPr>
          <p:nvPr>
            <p:ph type="title"/>
          </p:nvPr>
        </p:nvSpPr>
        <p:spPr>
          <a:xfrm>
            <a:off x="393700" y="344008"/>
            <a:ext cx="5549230" cy="697392"/>
          </a:xfrm>
          <a:prstGeom prst="rect">
            <a:avLst/>
          </a:prstGeom>
        </p:spPr>
        <p:txBody>
          <a:bodyPr spcFirstLastPara="1" vert="horz" wrap="square" lIns="0" tIns="0" rIns="0" bIns="0" rtlCol="0" anchor="t" anchorCtr="0">
            <a:noAutofit/>
          </a:bodyPr>
          <a:lstStyle/>
          <a:p>
            <a:r>
              <a:rPr lang="en-US" dirty="0">
                <a:solidFill>
                  <a:schemeClr val="accent1"/>
                </a:solidFill>
              </a:rPr>
              <a:t>Chart with three cards</a:t>
            </a:r>
            <a:endParaRPr dirty="0">
              <a:solidFill>
                <a:schemeClr val="accent1"/>
              </a:solidFill>
            </a:endParaRPr>
          </a:p>
        </p:txBody>
      </p:sp>
      <p:graphicFrame>
        <p:nvGraphicFramePr>
          <p:cNvPr id="4" name="Chart 3">
            <a:extLst>
              <a:ext uri="{FF2B5EF4-FFF2-40B4-BE49-F238E27FC236}">
                <a16:creationId xmlns:a16="http://schemas.microsoft.com/office/drawing/2014/main" id="{F9ECF619-B138-985C-78A5-B4A36DC109EB}"/>
              </a:ext>
            </a:extLst>
          </p:cNvPr>
          <p:cNvGraphicFramePr/>
          <p:nvPr/>
        </p:nvGraphicFramePr>
        <p:xfrm>
          <a:off x="408690" y="1023105"/>
          <a:ext cx="5124182" cy="5225194"/>
        </p:xfrm>
        <a:graphic>
          <a:graphicData uri="http://schemas.openxmlformats.org/drawingml/2006/chart">
            <c:chart xmlns:c="http://schemas.openxmlformats.org/drawingml/2006/chart" xmlns:r="http://schemas.openxmlformats.org/officeDocument/2006/relationships" r:id="rId3"/>
          </a:graphicData>
        </a:graphic>
      </p:graphicFrame>
      <p:sp>
        <p:nvSpPr>
          <p:cNvPr id="5" name="Footer Placeholder 4">
            <a:extLst>
              <a:ext uri="{FF2B5EF4-FFF2-40B4-BE49-F238E27FC236}">
                <a16:creationId xmlns:a16="http://schemas.microsoft.com/office/drawing/2014/main" id="{28BED08C-D3A0-E23F-F823-E34BEC6E5268}"/>
              </a:ext>
            </a:extLst>
          </p:cNvPr>
          <p:cNvSpPr>
            <a:spLocks noGrp="1"/>
          </p:cNvSpPr>
          <p:nvPr>
            <p:ph type="ftr" sz="quarter" idx="3"/>
          </p:nvPr>
        </p:nvSpPr>
        <p:spPr/>
        <p:txBody>
          <a:bodyPr/>
          <a:lstStyle/>
          <a:p>
            <a:endParaRPr lang="en-US" sz="1100" dirty="0"/>
          </a:p>
        </p:txBody>
      </p:sp>
      <p:sp>
        <p:nvSpPr>
          <p:cNvPr id="2" name="Rounded Rectangle 1">
            <a:extLst>
              <a:ext uri="{FF2B5EF4-FFF2-40B4-BE49-F238E27FC236}">
                <a16:creationId xmlns:a16="http://schemas.microsoft.com/office/drawing/2014/main" id="{C1DC18F5-97D1-0F9E-AF97-E39D1D597D57}"/>
              </a:ext>
            </a:extLst>
          </p:cNvPr>
          <p:cNvSpPr/>
          <p:nvPr/>
        </p:nvSpPr>
        <p:spPr>
          <a:xfrm>
            <a:off x="6271986"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 name="Content Placeholder 9">
            <a:extLst>
              <a:ext uri="{FF2B5EF4-FFF2-40B4-BE49-F238E27FC236}">
                <a16:creationId xmlns:a16="http://schemas.microsoft.com/office/drawing/2014/main" id="{90C522A2-2174-5AFA-9A00-7E4BBCEB22B0}"/>
              </a:ext>
            </a:extLst>
          </p:cNvPr>
          <p:cNvSpPr txBox="1">
            <a:spLocks/>
          </p:cNvSpPr>
          <p:nvPr/>
        </p:nvSpPr>
        <p:spPr>
          <a:xfrm>
            <a:off x="6494348"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12%</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7" name="Content Placeholder 15">
            <a:extLst>
              <a:ext uri="{FF2B5EF4-FFF2-40B4-BE49-F238E27FC236}">
                <a16:creationId xmlns:a16="http://schemas.microsoft.com/office/drawing/2014/main" id="{3859261F-DEEB-D3E4-08EA-A3B8D1EB0F8B}"/>
              </a:ext>
            </a:extLst>
          </p:cNvPr>
          <p:cNvSpPr txBox="1">
            <a:spLocks/>
          </p:cNvSpPr>
          <p:nvPr/>
        </p:nvSpPr>
        <p:spPr>
          <a:xfrm>
            <a:off x="6560966"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Lorem ipsum dolor </a:t>
            </a:r>
            <a:br>
              <a:rPr lang="en-US" sz="1600" dirty="0">
                <a:ea typeface="Helvetica Neue" panose="02000503000000020004" pitchFamily="2" charset="0"/>
                <a:cs typeface="Helvetica Neue" panose="02000503000000020004" pitchFamily="2" charset="0"/>
                <a:sym typeface="OpenAI Sans"/>
              </a:rPr>
            </a:br>
            <a:r>
              <a:rPr lang="en-US" sz="1600" dirty="0">
                <a:ea typeface="Helvetica Neue" panose="02000503000000020004" pitchFamily="2" charset="0"/>
                <a:cs typeface="Helvetica Neue" panose="02000503000000020004" pitchFamily="2" charset="0"/>
                <a:sym typeface="OpenAI Sans"/>
              </a:rPr>
              <a:t>sit </a:t>
            </a:r>
            <a:r>
              <a:rPr lang="en-US" sz="1600" dirty="0" err="1">
                <a:ea typeface="Helvetica Neue" panose="02000503000000020004" pitchFamily="2" charset="0"/>
                <a:cs typeface="Helvetica Neue" panose="02000503000000020004" pitchFamily="2" charset="0"/>
                <a:sym typeface="OpenAI Sans"/>
              </a:rPr>
              <a:t>amet</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consectetur</a:t>
            </a:r>
            <a:endParaRPr lang="en-US" sz="1600" dirty="0">
              <a:ea typeface="Helvetica Neue" panose="02000503000000020004" pitchFamily="2" charset="0"/>
              <a:cs typeface="Helvetica Neue" panose="02000503000000020004" pitchFamily="2" charset="0"/>
              <a:sym typeface="OpenAI Sans"/>
            </a:endParaRPr>
          </a:p>
        </p:txBody>
      </p:sp>
      <p:sp>
        <p:nvSpPr>
          <p:cNvPr id="8" name="Rounded Rectangle 7">
            <a:extLst>
              <a:ext uri="{FF2B5EF4-FFF2-40B4-BE49-F238E27FC236}">
                <a16:creationId xmlns:a16="http://schemas.microsoft.com/office/drawing/2014/main" id="{46A67EF5-6C28-37C0-A44F-C89DA6A63CE8}"/>
              </a:ext>
            </a:extLst>
          </p:cNvPr>
          <p:cNvSpPr/>
          <p:nvPr/>
        </p:nvSpPr>
        <p:spPr>
          <a:xfrm>
            <a:off x="9224191" y="2032000"/>
            <a:ext cx="2581975" cy="2656541"/>
          </a:xfrm>
          <a:prstGeom prst="roundRect">
            <a:avLst>
              <a:gd name="adj" fmla="val 3602"/>
            </a:avLst>
          </a:prstGeom>
          <a:noFill/>
          <a:ln w="127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Content Placeholder 9">
            <a:extLst>
              <a:ext uri="{FF2B5EF4-FFF2-40B4-BE49-F238E27FC236}">
                <a16:creationId xmlns:a16="http://schemas.microsoft.com/office/drawing/2014/main" id="{C1178A3C-CA3E-3A18-E320-61DF2ABD5D3C}"/>
              </a:ext>
            </a:extLst>
          </p:cNvPr>
          <p:cNvSpPr txBox="1">
            <a:spLocks/>
          </p:cNvSpPr>
          <p:nvPr/>
        </p:nvSpPr>
        <p:spPr>
          <a:xfrm>
            <a:off x="9446553" y="2356820"/>
            <a:ext cx="2133315" cy="903750"/>
          </a:xfrm>
          <a:prstGeom prst="rect">
            <a:avLst/>
          </a:prstGeom>
        </p:spPr>
        <p:txBody>
          <a:bodyPr vert="horz" lIns="0" tIns="0" rIns="0" bIns="0" rtlCol="0" anchor="b">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 marR="0" lvl="0" indent="0" algn="l" defTabSz="914400" rtl="0" eaLnBrk="1" fontAlgn="auto" latinLnBrk="0" hangingPunct="1">
              <a:lnSpc>
                <a:spcPct val="110000"/>
              </a:lnSpc>
              <a:spcBef>
                <a:spcPts val="0"/>
              </a:spcBef>
              <a:spcAft>
                <a:spcPts val="0"/>
              </a:spcAft>
              <a:buClr>
                <a:prstClr val="black"/>
              </a:buClr>
              <a:buSzPts val="1400"/>
              <a:buNone/>
              <a:tabLst/>
              <a:defRPr/>
            </a:pPr>
            <a:r>
              <a:rPr kumimoji="0" lang="en-US" sz="6200" u="none" strike="noStrike" kern="1200" cap="none" spc="0" normalizeH="0" baseline="0" noProof="0" dirty="0">
                <a:ln>
                  <a:noFill/>
                </a:ln>
                <a:solidFill>
                  <a:schemeClr val="accent1"/>
                </a:solidFill>
                <a:effectLst/>
                <a:uLnTx/>
                <a:uFillTx/>
                <a:latin typeface="Roboto Medium" panose="02000000000000000000" pitchFamily="2" charset="0"/>
                <a:ea typeface="Roboto Medium" panose="02000000000000000000" pitchFamily="2" charset="0"/>
                <a:cs typeface="Helvetica Neue" panose="02000503000000020004" pitchFamily="2" charset="0"/>
                <a:sym typeface="OpenAI Sans"/>
              </a:rPr>
              <a:t>12%</a:t>
            </a:r>
            <a:endParaRPr lang="en-US" sz="62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endParaRPr>
          </a:p>
        </p:txBody>
      </p:sp>
      <p:sp>
        <p:nvSpPr>
          <p:cNvPr id="10" name="Content Placeholder 15">
            <a:extLst>
              <a:ext uri="{FF2B5EF4-FFF2-40B4-BE49-F238E27FC236}">
                <a16:creationId xmlns:a16="http://schemas.microsoft.com/office/drawing/2014/main" id="{9A0C1C6C-0D79-048C-2E65-5A332ED31144}"/>
              </a:ext>
            </a:extLst>
          </p:cNvPr>
          <p:cNvSpPr txBox="1">
            <a:spLocks/>
          </p:cNvSpPr>
          <p:nvPr/>
        </p:nvSpPr>
        <p:spPr>
          <a:xfrm>
            <a:off x="9513171" y="3529296"/>
            <a:ext cx="2066698" cy="61595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Lorem ipsum dolor </a:t>
            </a:r>
            <a:br>
              <a:rPr lang="en-US" sz="1600" dirty="0">
                <a:ea typeface="Helvetica Neue" panose="02000503000000020004" pitchFamily="2" charset="0"/>
                <a:cs typeface="Helvetica Neue" panose="02000503000000020004" pitchFamily="2" charset="0"/>
                <a:sym typeface="OpenAI Sans"/>
              </a:rPr>
            </a:br>
            <a:r>
              <a:rPr lang="en-US" sz="1600" dirty="0">
                <a:ea typeface="Helvetica Neue" panose="02000503000000020004" pitchFamily="2" charset="0"/>
                <a:cs typeface="Helvetica Neue" panose="02000503000000020004" pitchFamily="2" charset="0"/>
                <a:sym typeface="OpenAI Sans"/>
              </a:rPr>
              <a:t>sit </a:t>
            </a:r>
            <a:r>
              <a:rPr lang="en-US" sz="1600" dirty="0" err="1">
                <a:ea typeface="Helvetica Neue" panose="02000503000000020004" pitchFamily="2" charset="0"/>
                <a:cs typeface="Helvetica Neue" panose="02000503000000020004" pitchFamily="2" charset="0"/>
                <a:sym typeface="OpenAI Sans"/>
              </a:rPr>
              <a:t>amet</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consectetur</a:t>
            </a:r>
            <a:endParaRPr lang="en-US" sz="1600" dirty="0">
              <a:ea typeface="Helvetica Neue" panose="02000503000000020004" pitchFamily="2" charset="0"/>
              <a:cs typeface="Helvetica Neue" panose="02000503000000020004" pitchFamily="2" charset="0"/>
              <a:sym typeface="OpenAI Sans"/>
            </a:endParaRPr>
          </a:p>
        </p:txBody>
      </p:sp>
      <p:sp>
        <p:nvSpPr>
          <p:cNvPr id="19" name="Content Placeholder 2">
            <a:extLst>
              <a:ext uri="{FF2B5EF4-FFF2-40B4-BE49-F238E27FC236}">
                <a16:creationId xmlns:a16="http://schemas.microsoft.com/office/drawing/2014/main" id="{A1ADE962-9ED7-3644-FA2A-7A64E19E9545}"/>
              </a:ext>
            </a:extLst>
          </p:cNvPr>
          <p:cNvSpPr txBox="1">
            <a:spLocks/>
          </p:cNvSpPr>
          <p:nvPr/>
        </p:nvSpPr>
        <p:spPr>
          <a:xfrm>
            <a:off x="6258427" y="4971337"/>
            <a:ext cx="5539873" cy="990600"/>
          </a:xfrm>
          <a:prstGeom prst="rect">
            <a:avLst/>
          </a:prstGeom>
        </p:spPr>
        <p:txBody>
          <a:bodyPr lIns="0" tIns="0" rIns="0" b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buFont typeface="Arial" panose="020B0604020202020204" pitchFamily="34" charset="0"/>
              <a:buNone/>
            </a:pPr>
            <a:r>
              <a:rPr lang="en-US" sz="1600" dirty="0">
                <a:ea typeface="Helvetica Neue" panose="02000503000000020004" pitchFamily="2" charset="0"/>
                <a:cs typeface="Helvetica Neue" panose="02000503000000020004" pitchFamily="2" charset="0"/>
                <a:sym typeface="OpenAI Sans"/>
              </a:rPr>
              <a:t>Lorem ipsum dolor sit </a:t>
            </a:r>
            <a:r>
              <a:rPr lang="en-US" sz="1600" dirty="0" err="1">
                <a:ea typeface="Helvetica Neue" panose="02000503000000020004" pitchFamily="2" charset="0"/>
                <a:cs typeface="Helvetica Neue" panose="02000503000000020004" pitchFamily="2" charset="0"/>
                <a:sym typeface="OpenAI Sans"/>
              </a:rPr>
              <a:t>amet</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consectetur</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adipiscing</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elit</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Pellentesque</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ultricies</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quam</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ut</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massa</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luctus</a:t>
            </a:r>
            <a:r>
              <a:rPr lang="en-US" sz="1600" dirty="0">
                <a:ea typeface="Helvetica Neue" panose="02000503000000020004" pitchFamily="2" charset="0"/>
                <a:cs typeface="Helvetica Neue" panose="02000503000000020004" pitchFamily="2" charset="0"/>
                <a:sym typeface="OpenAI Sans"/>
              </a:rPr>
              <a:t> cursus. </a:t>
            </a:r>
            <a:r>
              <a:rPr lang="en-US" sz="1600" dirty="0" err="1">
                <a:ea typeface="Helvetica Neue" panose="02000503000000020004" pitchFamily="2" charset="0"/>
                <a:cs typeface="Helvetica Neue" panose="02000503000000020004" pitchFamily="2" charset="0"/>
                <a:sym typeface="OpenAI Sans"/>
              </a:rPr>
              <a:t>Nullam</a:t>
            </a:r>
            <a:r>
              <a:rPr lang="en-US" sz="1600" dirty="0">
                <a:ea typeface="Helvetica Neue" panose="02000503000000020004" pitchFamily="2" charset="0"/>
                <a:cs typeface="Helvetica Neue" panose="02000503000000020004" pitchFamily="2" charset="0"/>
                <a:sym typeface="OpenAI Sans"/>
              </a:rPr>
              <a:t> pharetra </a:t>
            </a:r>
            <a:r>
              <a:rPr lang="en-US" sz="1600" dirty="0" err="1">
                <a:ea typeface="Helvetica Neue" panose="02000503000000020004" pitchFamily="2" charset="0"/>
                <a:cs typeface="Helvetica Neue" panose="02000503000000020004" pitchFamily="2" charset="0"/>
                <a:sym typeface="OpenAI Sans"/>
              </a:rPr>
              <a:t>mauris</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tortor</a:t>
            </a:r>
            <a:r>
              <a:rPr lang="en-US" sz="1600" dirty="0">
                <a:ea typeface="Helvetica Neue" panose="02000503000000020004" pitchFamily="2" charset="0"/>
                <a:cs typeface="Helvetica Neue" panose="02000503000000020004" pitchFamily="2" charset="0"/>
                <a:sym typeface="OpenAI Sans"/>
              </a:rPr>
              <a:t>. In hac </a:t>
            </a:r>
            <a:r>
              <a:rPr lang="en-US" sz="1600" dirty="0" err="1">
                <a:ea typeface="Helvetica Neue" panose="02000503000000020004" pitchFamily="2" charset="0"/>
                <a:cs typeface="Helvetica Neue" panose="02000503000000020004" pitchFamily="2" charset="0"/>
                <a:sym typeface="OpenAI Sans"/>
              </a:rPr>
              <a:t>habitasse</a:t>
            </a:r>
            <a:r>
              <a:rPr lang="en-US" sz="1600" dirty="0">
                <a:ea typeface="Helvetica Neue" panose="02000503000000020004" pitchFamily="2" charset="0"/>
                <a:cs typeface="Helvetica Neue" panose="02000503000000020004" pitchFamily="2" charset="0"/>
                <a:sym typeface="OpenAI Sans"/>
              </a:rPr>
              <a:t> </a:t>
            </a:r>
            <a:r>
              <a:rPr lang="en-US" sz="1600" dirty="0" err="1">
                <a:ea typeface="Helvetica Neue" panose="02000503000000020004" pitchFamily="2" charset="0"/>
                <a:cs typeface="Helvetica Neue" panose="02000503000000020004" pitchFamily="2" charset="0"/>
                <a:sym typeface="OpenAI Sans"/>
              </a:rPr>
              <a:t>platea</a:t>
            </a:r>
            <a:r>
              <a:rPr lang="en-US" sz="1600" dirty="0">
                <a:ea typeface="Helvetica Neue" panose="02000503000000020004" pitchFamily="2" charset="0"/>
                <a:cs typeface="Helvetica Neue" panose="02000503000000020004" pitchFamily="2" charset="0"/>
                <a:sym typeface="OpenAI Sans"/>
              </a:rPr>
              <a:t>. </a:t>
            </a:r>
          </a:p>
        </p:txBody>
      </p:sp>
    </p:spTree>
    <p:extLst>
      <p:ext uri="{BB962C8B-B14F-4D97-AF65-F5344CB8AC3E}">
        <p14:creationId xmlns:p14="http://schemas.microsoft.com/office/powerpoint/2010/main" val="399383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9D4E6-CFF8-CAD9-A94E-1228D81EA56C}"/>
            </a:ext>
          </a:extLst>
        </p:cNvPr>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0BCC789E-87DC-C416-5298-C7F6E26A9533}"/>
              </a:ext>
            </a:extLst>
          </p:cNvPr>
          <p:cNvSpPr>
            <a:spLocks noGrp="1"/>
          </p:cNvSpPr>
          <p:nvPr>
            <p:ph idx="1"/>
          </p:nvPr>
        </p:nvSpPr>
        <p:spPr>
          <a:xfrm>
            <a:off x="393700" y="3822700"/>
            <a:ext cx="2595934" cy="1168400"/>
          </a:xfrm>
        </p:spPr>
        <p:txBody>
          <a:bodyPr>
            <a:noAutofit/>
          </a:bodyPr>
          <a:lstStyle/>
          <a:p>
            <a:pPr marL="0" indent="0">
              <a:lnSpc>
                <a:spcPct val="114000"/>
              </a:lnSpc>
              <a:spcBef>
                <a:spcPts val="0"/>
              </a:spcBef>
              <a:spcAft>
                <a:spcPts val="800"/>
              </a:spcAft>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Title here</a:t>
            </a:r>
          </a:p>
          <a:p>
            <a:pPr marL="0" indent="0">
              <a:lnSpc>
                <a:spcPct val="114000"/>
              </a:lnSpc>
              <a:spcBef>
                <a:spcPts val="0"/>
              </a:spcBef>
              <a:spcAft>
                <a:spcPts val="800"/>
              </a:spcAft>
            </a:pPr>
            <a:r>
              <a:rPr lang="en-US" dirty="0">
                <a:ea typeface="Helvetica Neue" panose="02000503000000020004" pitchFamily="2" charset="0"/>
                <a:cs typeface="Helvetica Neue" panose="02000503000000020004" pitchFamily="2" charset="0"/>
                <a:sym typeface="OpenAI Sans"/>
              </a:rPr>
              <a:t>Lorem ipsum dolor sit </a:t>
            </a:r>
            <a:r>
              <a:rPr lang="en-US" dirty="0" err="1">
                <a:ea typeface="Helvetica Neue" panose="02000503000000020004" pitchFamily="2" charset="0"/>
                <a:cs typeface="Helvetica Neue" panose="02000503000000020004" pitchFamily="2" charset="0"/>
                <a:sym typeface="OpenAI Sans"/>
              </a:rPr>
              <a:t>amet</a:t>
            </a:r>
            <a:r>
              <a:rPr lang="en-US" dirty="0">
                <a:ea typeface="Helvetica Neue" panose="02000503000000020004" pitchFamily="2" charset="0"/>
                <a:cs typeface="Helvetica Neue" panose="02000503000000020004" pitchFamily="2" charset="0"/>
                <a:sym typeface="OpenAI Sans"/>
              </a:rPr>
              <a:t>, </a:t>
            </a:r>
            <a:r>
              <a:rPr lang="en-US" dirty="0" err="1">
                <a:ea typeface="Helvetica Neue" panose="02000503000000020004" pitchFamily="2" charset="0"/>
                <a:cs typeface="Helvetica Neue" panose="02000503000000020004" pitchFamily="2" charset="0"/>
                <a:sym typeface="OpenAI Sans"/>
              </a:rPr>
              <a:t>consectetur</a:t>
            </a:r>
            <a:r>
              <a:rPr lang="en-US" dirty="0">
                <a:ea typeface="Helvetica Neue" panose="02000503000000020004" pitchFamily="2" charset="0"/>
                <a:cs typeface="Helvetica Neue" panose="02000503000000020004" pitchFamily="2" charset="0"/>
                <a:sym typeface="OpenAI Sans"/>
              </a:rPr>
              <a:t> </a:t>
            </a:r>
            <a:r>
              <a:rPr lang="en-US" dirty="0" err="1">
                <a:ea typeface="Helvetica Neue" panose="02000503000000020004" pitchFamily="2" charset="0"/>
                <a:cs typeface="Helvetica Neue" panose="02000503000000020004" pitchFamily="2" charset="0"/>
                <a:sym typeface="OpenAI Sans"/>
              </a:rPr>
              <a:t>adipiscing</a:t>
            </a:r>
            <a:r>
              <a:rPr lang="en-US" dirty="0">
                <a:ea typeface="Helvetica Neue" panose="02000503000000020004" pitchFamily="2" charset="0"/>
                <a:cs typeface="Helvetica Neue" panose="02000503000000020004" pitchFamily="2" charset="0"/>
                <a:sym typeface="OpenAI Sans"/>
              </a:rPr>
              <a:t> </a:t>
            </a:r>
            <a:r>
              <a:rPr lang="en-US" dirty="0" err="1">
                <a:ea typeface="Helvetica Neue" panose="02000503000000020004" pitchFamily="2" charset="0"/>
                <a:cs typeface="Helvetica Neue" panose="02000503000000020004" pitchFamily="2" charset="0"/>
                <a:sym typeface="OpenAI Sans"/>
              </a:rPr>
              <a:t>elit</a:t>
            </a:r>
            <a:r>
              <a:rPr lang="en-US" dirty="0">
                <a:ea typeface="Helvetica Neue" panose="02000503000000020004" pitchFamily="2" charset="0"/>
                <a:cs typeface="Helvetica Neue" panose="02000503000000020004" pitchFamily="2" charset="0"/>
                <a:sym typeface="OpenAI Sans"/>
              </a:rPr>
              <a:t>. </a:t>
            </a:r>
            <a:r>
              <a:rPr lang="en-US" dirty="0" err="1">
                <a:ea typeface="Helvetica Neue" panose="02000503000000020004" pitchFamily="2" charset="0"/>
                <a:cs typeface="Helvetica Neue" panose="02000503000000020004" pitchFamily="2" charset="0"/>
                <a:sym typeface="OpenAI Sans"/>
              </a:rPr>
              <a:t>Pellentesque</a:t>
            </a:r>
            <a:r>
              <a:rPr lang="en-US" dirty="0">
                <a:ea typeface="Helvetica Neue" panose="02000503000000020004" pitchFamily="2" charset="0"/>
                <a:cs typeface="Helvetica Neue" panose="02000503000000020004" pitchFamily="2" charset="0"/>
                <a:sym typeface="OpenAI Sans"/>
              </a:rPr>
              <a:t> </a:t>
            </a:r>
            <a:r>
              <a:rPr lang="en-US" dirty="0" err="1">
                <a:ea typeface="Helvetica Neue" panose="02000503000000020004" pitchFamily="2" charset="0"/>
                <a:cs typeface="Helvetica Neue" panose="02000503000000020004" pitchFamily="2" charset="0"/>
                <a:sym typeface="OpenAI Sans"/>
              </a:rPr>
              <a:t>ultricies</a:t>
            </a:r>
            <a:r>
              <a:rPr lang="en-US" dirty="0">
                <a:ea typeface="Helvetica Neue" panose="02000503000000020004" pitchFamily="2" charset="0"/>
                <a:cs typeface="Helvetica Neue" panose="02000503000000020004" pitchFamily="2" charset="0"/>
                <a:sym typeface="OpenAI Sans"/>
              </a:rPr>
              <a:t> </a:t>
            </a:r>
            <a:r>
              <a:rPr lang="en-US" dirty="0" err="1">
                <a:ea typeface="Helvetica Neue" panose="02000503000000020004" pitchFamily="2" charset="0"/>
                <a:cs typeface="Helvetica Neue" panose="02000503000000020004" pitchFamily="2" charset="0"/>
                <a:sym typeface="OpenAI Sans"/>
              </a:rPr>
              <a:t>quam</a:t>
            </a:r>
            <a:r>
              <a:rPr lang="en-US" dirty="0">
                <a:ea typeface="Helvetica Neue" panose="02000503000000020004" pitchFamily="2" charset="0"/>
                <a:cs typeface="Helvetica Neue" panose="02000503000000020004" pitchFamily="2" charset="0"/>
                <a:sym typeface="OpenAI Sans"/>
              </a:rPr>
              <a:t>.</a:t>
            </a:r>
          </a:p>
        </p:txBody>
      </p:sp>
      <p:sp>
        <p:nvSpPr>
          <p:cNvPr id="4" name="Slide Number Placeholder 3">
            <a:extLst>
              <a:ext uri="{FF2B5EF4-FFF2-40B4-BE49-F238E27FC236}">
                <a16:creationId xmlns:a16="http://schemas.microsoft.com/office/drawing/2014/main" id="{6BBF0163-E4B1-61D1-776D-45470B16F0F4}"/>
              </a:ext>
            </a:extLst>
          </p:cNvPr>
          <p:cNvSpPr>
            <a:spLocks noGrp="1"/>
          </p:cNvSpPr>
          <p:nvPr>
            <p:ph type="sldNum" sz="quarter" idx="4"/>
          </p:nvPr>
        </p:nvSpPr>
        <p:spPr/>
        <p:txBody>
          <a:bodyPr/>
          <a:lstStyle/>
          <a:p>
            <a:fld id="{8574A810-7A8E-054F-9F6B-09E9C694ECF9}" type="slidenum">
              <a:rPr lang="en-US" smtClean="0"/>
              <a:pPr/>
              <a:t>12</a:t>
            </a:fld>
            <a:endParaRPr lang="en-US" sz="1100" dirty="0"/>
          </a:p>
        </p:txBody>
      </p:sp>
      <p:sp>
        <p:nvSpPr>
          <p:cNvPr id="11" name="Title 10">
            <a:extLst>
              <a:ext uri="{FF2B5EF4-FFF2-40B4-BE49-F238E27FC236}">
                <a16:creationId xmlns:a16="http://schemas.microsoft.com/office/drawing/2014/main" id="{9759E2FE-9F02-E1B4-EBBC-AA8624ACC339}"/>
              </a:ext>
            </a:extLst>
          </p:cNvPr>
          <p:cNvSpPr>
            <a:spLocks noGrp="1"/>
          </p:cNvSpPr>
          <p:nvPr>
            <p:ph type="title"/>
          </p:nvPr>
        </p:nvSpPr>
        <p:spPr>
          <a:xfrm>
            <a:off x="393700" y="344008"/>
            <a:ext cx="7846838" cy="1034893"/>
          </a:xfrm>
        </p:spPr>
        <p:txBody>
          <a:bodyPr/>
          <a:lstStyle/>
          <a:p>
            <a:r>
              <a:rPr lang="en-US" dirty="0">
                <a:solidFill>
                  <a:schemeClr val="accent1"/>
                </a:solidFill>
              </a:rPr>
              <a:t>Timeline with three text only milestones</a:t>
            </a:r>
          </a:p>
        </p:txBody>
      </p:sp>
      <p:sp>
        <p:nvSpPr>
          <p:cNvPr id="17" name="Text Placeholder 16">
            <a:extLst>
              <a:ext uri="{FF2B5EF4-FFF2-40B4-BE49-F238E27FC236}">
                <a16:creationId xmlns:a16="http://schemas.microsoft.com/office/drawing/2014/main" id="{986AEEE5-7F7B-65AD-1D88-9157CF0514D8}"/>
              </a:ext>
            </a:extLst>
          </p:cNvPr>
          <p:cNvSpPr>
            <a:spLocks noGrp="1"/>
          </p:cNvSpPr>
          <p:nvPr>
            <p:ph type="body" sz="quarter" idx="12"/>
          </p:nvPr>
        </p:nvSpPr>
        <p:spPr>
          <a:xfrm>
            <a:off x="4317119"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sz="1600"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Title here</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Lorem ipsum dolor sit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amet</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consectetur</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adipiscing</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elit</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Pellentesque</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ultricies</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sz="1600"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quam</a:t>
            </a:r>
            <a:r>
              <a:rPr kumimoji="0" lang="en-US" sz="1600"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a:t>
            </a:r>
          </a:p>
        </p:txBody>
      </p:sp>
      <p:sp>
        <p:nvSpPr>
          <p:cNvPr id="18" name="Content Placeholder 17">
            <a:extLst>
              <a:ext uri="{FF2B5EF4-FFF2-40B4-BE49-F238E27FC236}">
                <a16:creationId xmlns:a16="http://schemas.microsoft.com/office/drawing/2014/main" id="{B32A8A18-E9FA-02B4-6667-53C019EC43C0}"/>
              </a:ext>
            </a:extLst>
          </p:cNvPr>
          <p:cNvSpPr>
            <a:spLocks noGrp="1"/>
          </p:cNvSpPr>
          <p:nvPr>
            <p:ph idx="13"/>
          </p:nvPr>
        </p:nvSpPr>
        <p:spPr>
          <a:xfrm>
            <a:off x="8240538" y="3822700"/>
            <a:ext cx="2595934" cy="1168400"/>
          </a:xfrm>
        </p:spPr>
        <p:txBody>
          <a:bodyPr>
            <a:noAutofit/>
          </a:bodyPr>
          <a:lstStyle/>
          <a:p>
            <a:pPr marL="0" marR="0" lvl="0" indent="0" fontAlgn="auto">
              <a:lnSpc>
                <a:spcPct val="114000"/>
              </a:lnSpc>
              <a:spcBef>
                <a:spcPts val="0"/>
              </a:spcBef>
              <a:spcAft>
                <a:spcPts val="800"/>
              </a:spcAft>
              <a:buClrTx/>
              <a:buSzTx/>
              <a:tabLst/>
              <a:defRPr/>
            </a:pPr>
            <a:r>
              <a:rPr lang="en-US" dirty="0">
                <a:solidFill>
                  <a:schemeClr val="accent1"/>
                </a:solidFill>
                <a:latin typeface="Roboto Medium" panose="02000000000000000000" pitchFamily="2" charset="0"/>
                <a:ea typeface="Roboto Medium" panose="02000000000000000000" pitchFamily="2" charset="0"/>
                <a:cs typeface="Helvetica Neue" panose="02000503000000020004" pitchFamily="2" charset="0"/>
                <a:sym typeface="OpenAI Sans"/>
              </a:rPr>
              <a:t>Title here</a:t>
            </a:r>
          </a:p>
          <a:p>
            <a:pPr marL="0" marR="0" lvl="0" indent="0" algn="l" defTabSz="914400" rtl="0" eaLnBrk="1" fontAlgn="auto" latinLnBrk="0" hangingPunct="1">
              <a:lnSpc>
                <a:spcPct val="114000"/>
              </a:lnSpc>
              <a:spcBef>
                <a:spcPts val="0"/>
              </a:spcBef>
              <a:spcAft>
                <a:spcPts val="800"/>
              </a:spcAft>
              <a:buClrTx/>
              <a:buSzTx/>
              <a:buFont typeface="Arial" panose="020B0604020202020204" pitchFamily="34" charset="0"/>
              <a:buNone/>
              <a:tabLst/>
              <a:defRPr/>
            </a:pP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Lorem ipsum dolor sit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amet</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consectetur</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adipiscing</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elit</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Pellentesque</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ultricies</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 </a:t>
            </a:r>
            <a:r>
              <a:rPr kumimoji="0" lang="en-US" b="0" i="0" u="none" strike="noStrike" kern="1200" cap="none" spc="0" normalizeH="0" baseline="0" noProof="0" dirty="0" err="1">
                <a:ln>
                  <a:noFill/>
                </a:ln>
                <a:solidFill>
                  <a:prstClr val="black"/>
                </a:solidFill>
                <a:effectLst/>
                <a:uLnTx/>
                <a:uFillTx/>
                <a:ea typeface="Helvetica Neue" panose="02000503000000020004" pitchFamily="2" charset="0"/>
                <a:cs typeface="Helvetica Neue" panose="02000503000000020004" pitchFamily="2" charset="0"/>
                <a:sym typeface="OpenAI Sans"/>
              </a:rPr>
              <a:t>quam</a:t>
            </a:r>
            <a:r>
              <a:rPr kumimoji="0" lang="en-US" b="0" i="0" u="none" strike="noStrike" kern="1200" cap="none" spc="0" normalizeH="0" baseline="0" noProof="0" dirty="0">
                <a:ln>
                  <a:noFill/>
                </a:ln>
                <a:solidFill>
                  <a:prstClr val="black"/>
                </a:solidFill>
                <a:effectLst/>
                <a:uLnTx/>
                <a:uFillTx/>
                <a:ea typeface="Helvetica Neue" panose="02000503000000020004" pitchFamily="2" charset="0"/>
                <a:cs typeface="Helvetica Neue" panose="02000503000000020004" pitchFamily="2" charset="0"/>
                <a:sym typeface="OpenAI Sans"/>
              </a:rPr>
              <a:t>.</a:t>
            </a:r>
          </a:p>
        </p:txBody>
      </p:sp>
      <p:cxnSp>
        <p:nvCxnSpPr>
          <p:cNvPr id="2" name="Google Shape;2259;p159">
            <a:extLst>
              <a:ext uri="{FF2B5EF4-FFF2-40B4-BE49-F238E27FC236}">
                <a16:creationId xmlns:a16="http://schemas.microsoft.com/office/drawing/2014/main" id="{B445FE4B-78BD-90F9-A6AA-1A4EF03DE791}"/>
              </a:ext>
            </a:extLst>
          </p:cNvPr>
          <p:cNvCxnSpPr>
            <a:stCxn id="3" idx="2"/>
          </p:cNvCxnSpPr>
          <p:nvPr/>
        </p:nvCxnSpPr>
        <p:spPr>
          <a:xfrm>
            <a:off x="337718" y="3373753"/>
            <a:ext cx="12245400" cy="300"/>
          </a:xfrm>
          <a:prstGeom prst="straightConnector1">
            <a:avLst/>
          </a:prstGeom>
          <a:noFill/>
          <a:ln w="9525" cap="flat" cmpd="sng">
            <a:solidFill>
              <a:schemeClr val="accent1"/>
            </a:solidFill>
            <a:prstDash val="solid"/>
            <a:round/>
            <a:headEnd type="none" w="med" len="med"/>
            <a:tailEnd type="none" w="med" len="med"/>
          </a:ln>
        </p:spPr>
      </p:cxnSp>
      <p:sp>
        <p:nvSpPr>
          <p:cNvPr id="3" name="Google Shape;2260;p159">
            <a:extLst>
              <a:ext uri="{FF2B5EF4-FFF2-40B4-BE49-F238E27FC236}">
                <a16:creationId xmlns:a16="http://schemas.microsoft.com/office/drawing/2014/main" id="{39A86B1D-EA5D-3FA6-7D83-8F21D70E330E}"/>
              </a:ext>
            </a:extLst>
          </p:cNvPr>
          <p:cNvSpPr/>
          <p:nvPr/>
        </p:nvSpPr>
        <p:spPr>
          <a:xfrm>
            <a:off x="337718"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5" name="Google Shape;2261;p159">
            <a:extLst>
              <a:ext uri="{FF2B5EF4-FFF2-40B4-BE49-F238E27FC236}">
                <a16:creationId xmlns:a16="http://schemas.microsoft.com/office/drawing/2014/main" id="{A1013DAF-A2C3-BC42-73D5-9D8AB55DCA94}"/>
              </a:ext>
            </a:extLst>
          </p:cNvPr>
          <p:cNvSpPr/>
          <p:nvPr/>
        </p:nvSpPr>
        <p:spPr>
          <a:xfrm>
            <a:off x="42517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6" name="Google Shape;2262;p159">
            <a:extLst>
              <a:ext uri="{FF2B5EF4-FFF2-40B4-BE49-F238E27FC236}">
                <a16:creationId xmlns:a16="http://schemas.microsoft.com/office/drawing/2014/main" id="{4654A74A-2C40-A8C6-E9F9-43C58A3ADE20}"/>
              </a:ext>
            </a:extLst>
          </p:cNvPr>
          <p:cNvSpPr/>
          <p:nvPr/>
        </p:nvSpPr>
        <p:spPr>
          <a:xfrm>
            <a:off x="8176050" y="3320203"/>
            <a:ext cx="107100" cy="107100"/>
          </a:xfrm>
          <a:prstGeom prst="ellipse">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OpenAI Sans"/>
              <a:ea typeface="OpenAI Sans"/>
              <a:cs typeface="OpenAI Sans"/>
              <a:sym typeface="OpenAI Sans"/>
            </a:endParaRPr>
          </a:p>
        </p:txBody>
      </p:sp>
      <p:sp>
        <p:nvSpPr>
          <p:cNvPr id="9" name="Content Placeholder 15">
            <a:extLst>
              <a:ext uri="{FF2B5EF4-FFF2-40B4-BE49-F238E27FC236}">
                <a16:creationId xmlns:a16="http://schemas.microsoft.com/office/drawing/2014/main" id="{76C75857-E8EA-1B37-0464-3C7048D7FBEB}"/>
              </a:ext>
            </a:extLst>
          </p:cNvPr>
          <p:cNvSpPr txBox="1">
            <a:spLocks/>
          </p:cNvSpPr>
          <p:nvPr/>
        </p:nvSpPr>
        <p:spPr>
          <a:xfrm>
            <a:off x="393700"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Date</a:t>
            </a:r>
          </a:p>
        </p:txBody>
      </p:sp>
      <p:sp>
        <p:nvSpPr>
          <p:cNvPr id="13" name="Content Placeholder 15">
            <a:extLst>
              <a:ext uri="{FF2B5EF4-FFF2-40B4-BE49-F238E27FC236}">
                <a16:creationId xmlns:a16="http://schemas.microsoft.com/office/drawing/2014/main" id="{76AEECBA-C292-6302-8A8E-7EB14A54E420}"/>
              </a:ext>
            </a:extLst>
          </p:cNvPr>
          <p:cNvSpPr txBox="1">
            <a:spLocks/>
          </p:cNvSpPr>
          <p:nvPr/>
        </p:nvSpPr>
        <p:spPr>
          <a:xfrm>
            <a:off x="4294187"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Date</a:t>
            </a:r>
          </a:p>
        </p:txBody>
      </p:sp>
      <p:sp>
        <p:nvSpPr>
          <p:cNvPr id="14" name="Content Placeholder 15">
            <a:extLst>
              <a:ext uri="{FF2B5EF4-FFF2-40B4-BE49-F238E27FC236}">
                <a16:creationId xmlns:a16="http://schemas.microsoft.com/office/drawing/2014/main" id="{95982BB0-2387-9BAA-9F14-F45500C04700}"/>
              </a:ext>
            </a:extLst>
          </p:cNvPr>
          <p:cNvSpPr txBox="1">
            <a:spLocks/>
          </p:cNvSpPr>
          <p:nvPr/>
        </p:nvSpPr>
        <p:spPr>
          <a:xfrm>
            <a:off x="8223249" y="2843266"/>
            <a:ext cx="1612900" cy="262400"/>
          </a:xfrm>
          <a:prstGeom prst="rect">
            <a:avLst/>
          </a:prstGeom>
        </p:spPr>
        <p:txBody>
          <a:bodyPr vert="horz" lIns="0" tIns="0" rIns="0" bIns="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spcBef>
                <a:spcPts val="0"/>
              </a:spcBef>
              <a:spcAft>
                <a:spcPts val="800"/>
              </a:spcAft>
            </a:pPr>
            <a:r>
              <a:rPr lang="en-US" sz="1400" b="1" dirty="0">
                <a:solidFill>
                  <a:schemeClr val="accent1"/>
                </a:solidFill>
                <a:latin typeface="Roboto SemiBold" panose="02000000000000000000" pitchFamily="2" charset="0"/>
                <a:ea typeface="Roboto SemiBold" panose="02000000000000000000" pitchFamily="2" charset="0"/>
                <a:cs typeface="Helvetica Neue" panose="02000503000000020004" pitchFamily="2" charset="0"/>
                <a:sym typeface="OpenAI Sans"/>
              </a:rPr>
              <a:t>Date</a:t>
            </a:r>
          </a:p>
        </p:txBody>
      </p:sp>
      <p:sp>
        <p:nvSpPr>
          <p:cNvPr id="7" name="Footer Placeholder 6">
            <a:extLst>
              <a:ext uri="{FF2B5EF4-FFF2-40B4-BE49-F238E27FC236}">
                <a16:creationId xmlns:a16="http://schemas.microsoft.com/office/drawing/2014/main" id="{3AC3A10F-8642-8154-9AEA-7110D289C62E}"/>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3446338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1">
          <a:extLst>
            <a:ext uri="{FF2B5EF4-FFF2-40B4-BE49-F238E27FC236}">
              <a16:creationId xmlns:a16="http://schemas.microsoft.com/office/drawing/2014/main" id="{CFE5198B-4DE9-7211-B26D-C7E4AA289A1A}"/>
            </a:ext>
          </a:extLst>
        </p:cNvPr>
        <p:cNvGrpSpPr/>
        <p:nvPr/>
      </p:nvGrpSpPr>
      <p:grpSpPr>
        <a:xfrm>
          <a:off x="0" y="0"/>
          <a:ext cx="0" cy="0"/>
          <a:chOff x="0" y="0"/>
          <a:chExt cx="0" cy="0"/>
        </a:xfrm>
      </p:grpSpPr>
      <p:sp>
        <p:nvSpPr>
          <p:cNvPr id="532" name="Google Shape;532;p58">
            <a:extLst>
              <a:ext uri="{FF2B5EF4-FFF2-40B4-BE49-F238E27FC236}">
                <a16:creationId xmlns:a16="http://schemas.microsoft.com/office/drawing/2014/main" id="{9EE8A1CA-4617-FF10-E8D0-B582B7F48A83}"/>
              </a:ext>
            </a:extLst>
          </p:cNvPr>
          <p:cNvSpPr txBox="1">
            <a:spLocks noGrp="1"/>
          </p:cNvSpPr>
          <p:nvPr>
            <p:ph type="sldNum" sz="quarter" idx="4"/>
          </p:nvPr>
        </p:nvSpPr>
        <p:spPr>
          <a:prstGeom prst="rect">
            <a:avLst/>
          </a:prstGeom>
        </p:spPr>
        <p:txBody>
          <a:bodyPr spcFirstLastPara="1" vert="horz" wrap="square" lIns="0" tIns="0" rIns="0" bIns="0" rtlCol="0" anchor="b" anchorCtr="0">
            <a:noAutofit/>
          </a:bodyPr>
          <a:lstStyle/>
          <a:p>
            <a:fld id="{00000000-1234-1234-1234-123412341234}" type="slidenum">
              <a:rPr lang="en">
                <a:sym typeface="OpenAI Sans"/>
              </a:rPr>
              <a:pPr/>
              <a:t>13</a:t>
            </a:fld>
            <a:endParaRPr dirty="0">
              <a:sym typeface="OpenAI Sans"/>
            </a:endParaRPr>
          </a:p>
        </p:txBody>
      </p:sp>
      <p:sp>
        <p:nvSpPr>
          <p:cNvPr id="533" name="Google Shape;533;p58">
            <a:extLst>
              <a:ext uri="{FF2B5EF4-FFF2-40B4-BE49-F238E27FC236}">
                <a16:creationId xmlns:a16="http://schemas.microsoft.com/office/drawing/2014/main" id="{68499D35-F61B-DF1C-10A6-EA04E8D00662}"/>
              </a:ext>
            </a:extLst>
          </p:cNvPr>
          <p:cNvSpPr txBox="1">
            <a:spLocks noGrp="1"/>
          </p:cNvSpPr>
          <p:nvPr>
            <p:ph type="title"/>
          </p:nvPr>
        </p:nvSpPr>
        <p:spPr>
          <a:xfrm>
            <a:off x="393700" y="344009"/>
            <a:ext cx="11404600" cy="697392"/>
          </a:xfrm>
          <a:prstGeom prst="rect">
            <a:avLst/>
          </a:prstGeom>
        </p:spPr>
        <p:txBody>
          <a:bodyPr spcFirstLastPara="1" vert="horz" wrap="square" lIns="0" tIns="0" rIns="0" bIns="0" rtlCol="0" anchor="t" anchorCtr="0">
            <a:noAutofit/>
          </a:bodyPr>
          <a:lstStyle/>
          <a:p>
            <a:r>
              <a:rPr lang="en-US" dirty="0">
                <a:solidFill>
                  <a:schemeClr val="accent1"/>
                </a:solidFill>
              </a:rPr>
              <a:t>Gantt chart over time</a:t>
            </a:r>
            <a:endParaRPr dirty="0">
              <a:solidFill>
                <a:schemeClr val="accent1"/>
              </a:solidFill>
            </a:endParaRPr>
          </a:p>
        </p:txBody>
      </p:sp>
      <p:graphicFrame>
        <p:nvGraphicFramePr>
          <p:cNvPr id="4" name="Google Shape;953;p80">
            <a:extLst>
              <a:ext uri="{FF2B5EF4-FFF2-40B4-BE49-F238E27FC236}">
                <a16:creationId xmlns:a16="http://schemas.microsoft.com/office/drawing/2014/main" id="{132CDF09-C451-CA62-761F-27510206387F}"/>
              </a:ext>
            </a:extLst>
          </p:cNvPr>
          <p:cNvGraphicFramePr/>
          <p:nvPr>
            <p:extLst>
              <p:ext uri="{D42A27DB-BD31-4B8C-83A1-F6EECF244321}">
                <p14:modId xmlns:p14="http://schemas.microsoft.com/office/powerpoint/2010/main" val="4069686237"/>
              </p:ext>
            </p:extLst>
          </p:nvPr>
        </p:nvGraphicFramePr>
        <p:xfrm>
          <a:off x="393699" y="1379875"/>
          <a:ext cx="11404600" cy="4614525"/>
        </p:xfrm>
        <a:graphic>
          <a:graphicData uri="http://schemas.openxmlformats.org/drawingml/2006/table">
            <a:tbl>
              <a:tblPr>
                <a:noFill/>
              </a:tblPr>
              <a:tblGrid>
                <a:gridCol w="2280920">
                  <a:extLst>
                    <a:ext uri="{9D8B030D-6E8A-4147-A177-3AD203B41FA5}">
                      <a16:colId xmlns:a16="http://schemas.microsoft.com/office/drawing/2014/main" val="20000"/>
                    </a:ext>
                  </a:extLst>
                </a:gridCol>
                <a:gridCol w="2280920">
                  <a:extLst>
                    <a:ext uri="{9D8B030D-6E8A-4147-A177-3AD203B41FA5}">
                      <a16:colId xmlns:a16="http://schemas.microsoft.com/office/drawing/2014/main" val="20001"/>
                    </a:ext>
                  </a:extLst>
                </a:gridCol>
                <a:gridCol w="2280920">
                  <a:extLst>
                    <a:ext uri="{9D8B030D-6E8A-4147-A177-3AD203B41FA5}">
                      <a16:colId xmlns:a16="http://schemas.microsoft.com/office/drawing/2014/main" val="20002"/>
                    </a:ext>
                  </a:extLst>
                </a:gridCol>
                <a:gridCol w="2280920">
                  <a:extLst>
                    <a:ext uri="{9D8B030D-6E8A-4147-A177-3AD203B41FA5}">
                      <a16:colId xmlns:a16="http://schemas.microsoft.com/office/drawing/2014/main" val="20003"/>
                    </a:ext>
                  </a:extLst>
                </a:gridCol>
                <a:gridCol w="2280920">
                  <a:extLst>
                    <a:ext uri="{9D8B030D-6E8A-4147-A177-3AD203B41FA5}">
                      <a16:colId xmlns:a16="http://schemas.microsoft.com/office/drawing/2014/main" val="20004"/>
                    </a:ext>
                  </a:extLst>
                </a:gridCol>
              </a:tblGrid>
              <a:tr h="4614525">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r>
                        <a:rPr lang="en" sz="1600" dirty="0">
                          <a:solidFill>
                            <a:schemeClr val="accent2">
                              <a:lumMod val="75000"/>
                            </a:schemeClr>
                          </a:solidFill>
                        </a:rPr>
                        <a:t>Milestone</a:t>
                      </a:r>
                      <a:endParaRPr sz="1600" dirty="0">
                        <a:solidFill>
                          <a:schemeClr val="accent2">
                            <a:lumMod val="75000"/>
                          </a:schemeClr>
                        </a:solidFill>
                      </a:endParaRPr>
                    </a:p>
                  </a:txBody>
                  <a:tcPr marL="137150" marR="91425" marT="0" marB="91425">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5" name="Google Shape;955;p80">
            <a:extLst>
              <a:ext uri="{FF2B5EF4-FFF2-40B4-BE49-F238E27FC236}">
                <a16:creationId xmlns:a16="http://schemas.microsoft.com/office/drawing/2014/main" id="{EA32D89C-6778-2FE2-6D40-ABA6EAAD7EC1}"/>
              </a:ext>
            </a:extLst>
          </p:cNvPr>
          <p:cNvSpPr/>
          <p:nvPr/>
        </p:nvSpPr>
        <p:spPr>
          <a:xfrm>
            <a:off x="4721718" y="4107740"/>
            <a:ext cx="4562665"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p>
        </p:txBody>
      </p:sp>
      <p:sp>
        <p:nvSpPr>
          <p:cNvPr id="6" name="Google Shape;957;p80">
            <a:extLst>
              <a:ext uri="{FF2B5EF4-FFF2-40B4-BE49-F238E27FC236}">
                <a16:creationId xmlns:a16="http://schemas.microsoft.com/office/drawing/2014/main" id="{D5359B3A-662D-9283-F7D8-9D5DCD655B5B}"/>
              </a:ext>
            </a:extLst>
          </p:cNvPr>
          <p:cNvSpPr/>
          <p:nvPr/>
        </p:nvSpPr>
        <p:spPr>
          <a:xfrm>
            <a:off x="584093" y="5478390"/>
            <a:ext cx="11026708" cy="513300"/>
          </a:xfrm>
          <a:prstGeom prst="roundRect">
            <a:avLst>
              <a:gd name="adj" fmla="val 11479"/>
            </a:avLst>
          </a:prstGeom>
          <a:solidFill>
            <a:schemeClr val="bg2"/>
          </a:solidFill>
          <a:ln w="12700">
            <a:solidFill>
              <a:schemeClr val="accent1"/>
            </a:solidFill>
          </a:ln>
        </p:spPr>
        <p:txBody>
          <a:bodyPr spcFirstLastPara="1" wrap="square" lIns="210300" tIns="121875" rIns="121875" bIns="121875" anchor="ctr" anchorCtr="0">
            <a:noAutofit/>
          </a:bodyPr>
          <a:lstStyle/>
          <a:p>
            <a:r>
              <a:rPr lang="en" sz="1500" dirty="0">
                <a:solidFill>
                  <a:schemeClr val="accent1"/>
                </a:solidFill>
                <a:latin typeface="Roboto Medium" panose="02000000000000000000" pitchFamily="2" charset="0"/>
                <a:ea typeface="Roboto Medium" panose="02000000000000000000" pitchFamily="2" charset="0"/>
                <a:cs typeface="Helvetica Neue"/>
                <a:sym typeface="Helvetica Neue"/>
              </a:rPr>
              <a:t>Lorem ipsum</a:t>
            </a:r>
            <a:endParaRPr sz="1500" dirty="0">
              <a:solidFill>
                <a:schemeClr val="accent1"/>
              </a:solidFill>
              <a:latin typeface="Roboto Medium" panose="02000000000000000000" pitchFamily="2" charset="0"/>
              <a:ea typeface="Roboto Medium" panose="02000000000000000000" pitchFamily="2" charset="0"/>
              <a:cs typeface="Helvetica Neue"/>
              <a:sym typeface="Helvetica Neue"/>
            </a:endParaRPr>
          </a:p>
        </p:txBody>
      </p:sp>
      <p:sp>
        <p:nvSpPr>
          <p:cNvPr id="7" name="Google Shape;960;p80">
            <a:extLst>
              <a:ext uri="{FF2B5EF4-FFF2-40B4-BE49-F238E27FC236}">
                <a16:creationId xmlns:a16="http://schemas.microsoft.com/office/drawing/2014/main" id="{2293B6C0-CD6E-C9F0-68F7-73F7B726A1EF}"/>
              </a:ext>
            </a:extLst>
          </p:cNvPr>
          <p:cNvSpPr/>
          <p:nvPr/>
        </p:nvSpPr>
        <p:spPr>
          <a:xfrm>
            <a:off x="7522794" y="4754965"/>
            <a:ext cx="408800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p>
        </p:txBody>
      </p:sp>
      <p:sp>
        <p:nvSpPr>
          <p:cNvPr id="8" name="Google Shape;963;p80">
            <a:extLst>
              <a:ext uri="{FF2B5EF4-FFF2-40B4-BE49-F238E27FC236}">
                <a16:creationId xmlns:a16="http://schemas.microsoft.com/office/drawing/2014/main" id="{0F4F3439-EC29-4518-4A3E-7436F8578035}"/>
              </a:ext>
            </a:extLst>
          </p:cNvPr>
          <p:cNvSpPr/>
          <p:nvPr/>
        </p:nvSpPr>
        <p:spPr>
          <a:xfrm>
            <a:off x="2819968" y="3403140"/>
            <a:ext cx="8790833"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p>
        </p:txBody>
      </p:sp>
      <p:sp>
        <p:nvSpPr>
          <p:cNvPr id="9" name="Google Shape;966;p80">
            <a:extLst>
              <a:ext uri="{FF2B5EF4-FFF2-40B4-BE49-F238E27FC236}">
                <a16:creationId xmlns:a16="http://schemas.microsoft.com/office/drawing/2014/main" id="{1D07E5FD-0BEC-93D6-2CF5-BC908A51553C}"/>
              </a:ext>
            </a:extLst>
          </p:cNvPr>
          <p:cNvSpPr/>
          <p:nvPr/>
        </p:nvSpPr>
        <p:spPr>
          <a:xfrm>
            <a:off x="2819968" y="2698515"/>
            <a:ext cx="6408538"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US"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p>
        </p:txBody>
      </p:sp>
      <p:sp>
        <p:nvSpPr>
          <p:cNvPr id="10" name="Google Shape;969;p80">
            <a:extLst>
              <a:ext uri="{FF2B5EF4-FFF2-40B4-BE49-F238E27FC236}">
                <a16:creationId xmlns:a16="http://schemas.microsoft.com/office/drawing/2014/main" id="{0AB147C5-D3F9-0847-C2A5-2A90154B1A3C}"/>
              </a:ext>
            </a:extLst>
          </p:cNvPr>
          <p:cNvSpPr/>
          <p:nvPr/>
        </p:nvSpPr>
        <p:spPr>
          <a:xfrm>
            <a:off x="507893" y="1975090"/>
            <a:ext cx="4185180" cy="513300"/>
          </a:xfrm>
          <a:prstGeom prst="roundRect">
            <a:avLst>
              <a:gd name="adj" fmla="val 11479"/>
            </a:avLst>
          </a:prstGeom>
          <a:solidFill>
            <a:schemeClr val="accent1"/>
          </a:solidFill>
          <a:ln>
            <a:noFill/>
          </a:ln>
        </p:spPr>
        <p:txBody>
          <a:bodyPr spcFirstLastPara="1" wrap="square" lIns="210300" tIns="121875" rIns="121875" bIns="121875" anchor="ctr" anchorCtr="0">
            <a:noAutofit/>
          </a:bodyPr>
          <a:lstStyle/>
          <a:p>
            <a:r>
              <a:rPr lang="en" sz="1500" dirty="0">
                <a:solidFill>
                  <a:schemeClr val="bg2"/>
                </a:solidFill>
                <a:latin typeface="Roboto Medium" panose="02000000000000000000" pitchFamily="2" charset="0"/>
                <a:ea typeface="Roboto Medium" panose="02000000000000000000" pitchFamily="2" charset="0"/>
                <a:cs typeface="Helvetica Neue"/>
                <a:sym typeface="Helvetica Neue"/>
              </a:rPr>
              <a:t>Lorem ipsum</a:t>
            </a:r>
            <a:endParaRPr sz="1500" dirty="0">
              <a:solidFill>
                <a:schemeClr val="bg2"/>
              </a:solidFill>
              <a:latin typeface="Roboto Medium" panose="02000000000000000000" pitchFamily="2" charset="0"/>
              <a:ea typeface="Roboto Medium" panose="02000000000000000000" pitchFamily="2" charset="0"/>
              <a:cs typeface="Helvetica Neue"/>
              <a:sym typeface="Helvetica Neue"/>
            </a:endParaRPr>
          </a:p>
        </p:txBody>
      </p:sp>
      <p:sp>
        <p:nvSpPr>
          <p:cNvPr id="11" name="Footer Placeholder 10">
            <a:extLst>
              <a:ext uri="{FF2B5EF4-FFF2-40B4-BE49-F238E27FC236}">
                <a16:creationId xmlns:a16="http://schemas.microsoft.com/office/drawing/2014/main" id="{F06ADB7A-E0CB-A418-3590-620B0C5F17EB}"/>
              </a:ext>
            </a:extLst>
          </p:cNvPr>
          <p:cNvSpPr>
            <a:spLocks noGrp="1"/>
          </p:cNvSpPr>
          <p:nvPr>
            <p:ph type="ftr" sz="quarter" idx="3"/>
          </p:nvPr>
        </p:nvSpPr>
        <p:spPr/>
        <p:txBody>
          <a:bodyPr/>
          <a:lstStyle/>
          <a:p>
            <a:endParaRPr lang="en-US" sz="1100" dirty="0"/>
          </a:p>
        </p:txBody>
      </p:sp>
    </p:spTree>
    <p:extLst>
      <p:ext uri="{BB962C8B-B14F-4D97-AF65-F5344CB8AC3E}">
        <p14:creationId xmlns:p14="http://schemas.microsoft.com/office/powerpoint/2010/main" val="2435171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55DD-98B9-E077-6778-D5F2B926E4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2011EE4-C416-3EA2-180D-62404CE47D07}"/>
              </a:ext>
            </a:extLst>
          </p:cNvPr>
          <p:cNvSpPr>
            <a:spLocks noGrp="1"/>
          </p:cNvSpPr>
          <p:nvPr>
            <p:ph type="ctrTitle"/>
          </p:nvPr>
        </p:nvSpPr>
        <p:spPr>
          <a:xfrm>
            <a:off x="393700" y="937510"/>
            <a:ext cx="9448800" cy="2491490"/>
          </a:xfrm>
        </p:spPr>
        <p:txBody>
          <a:bodyPr>
            <a:noAutofit/>
          </a:bodyPr>
          <a:lstStyle/>
          <a:p>
            <a:r>
              <a:rPr lang="en-US" sz="6500" dirty="0">
                <a:solidFill>
                  <a:schemeClr val="accent1"/>
                </a:solidFill>
                <a:cs typeface="Roboto Serif 14pt" pitchFamily="2" charset="77"/>
              </a:rPr>
              <a:t>Thank you </a:t>
            </a:r>
          </a:p>
        </p:txBody>
      </p:sp>
      <p:sp>
        <p:nvSpPr>
          <p:cNvPr id="5" name="Subtitle 4">
            <a:extLst>
              <a:ext uri="{FF2B5EF4-FFF2-40B4-BE49-F238E27FC236}">
                <a16:creationId xmlns:a16="http://schemas.microsoft.com/office/drawing/2014/main" id="{119B400D-E218-8301-7E00-C5A55230DE5D}"/>
              </a:ext>
            </a:extLst>
          </p:cNvPr>
          <p:cNvSpPr>
            <a:spLocks noGrp="1"/>
          </p:cNvSpPr>
          <p:nvPr>
            <p:ph type="subTitle" idx="1"/>
          </p:nvPr>
        </p:nvSpPr>
        <p:spPr>
          <a:xfrm>
            <a:off x="441201" y="4532466"/>
            <a:ext cx="6458364" cy="1388024"/>
          </a:xfrm>
        </p:spPr>
        <p:txBody>
          <a:bodyPr>
            <a:noAutofit/>
          </a:bodyPr>
          <a:lstStyle/>
          <a:p>
            <a:pPr>
              <a:lnSpc>
                <a:spcPct val="120000"/>
              </a:lnSpc>
            </a:pPr>
            <a:r>
              <a:rPr lang="en-US" sz="1600" dirty="0">
                <a:solidFill>
                  <a:schemeClr val="accent2">
                    <a:lumMod val="50000"/>
                  </a:schemeClr>
                </a:solidFill>
              </a:rPr>
              <a:t>Lorem ipsum dolor </a:t>
            </a:r>
          </a:p>
          <a:p>
            <a:pPr>
              <a:lnSpc>
                <a:spcPct val="120000"/>
              </a:lnSpc>
            </a:pPr>
            <a:r>
              <a:rPr lang="en-US" sz="1600" dirty="0">
                <a:solidFill>
                  <a:schemeClr val="accent2">
                    <a:lumMod val="50000"/>
                  </a:schemeClr>
                </a:solidFill>
              </a:rPr>
              <a:t>Lorem ipsum dolor </a:t>
            </a:r>
          </a:p>
          <a:p>
            <a:pPr>
              <a:lnSpc>
                <a:spcPct val="120000"/>
              </a:lnSpc>
            </a:pPr>
            <a:r>
              <a:rPr lang="en-US" sz="1600" dirty="0">
                <a:solidFill>
                  <a:schemeClr val="accent2">
                    <a:lumMod val="50000"/>
                  </a:schemeClr>
                </a:solidFill>
              </a:rPr>
              <a:t>Lorem ipsum dolor </a:t>
            </a:r>
          </a:p>
        </p:txBody>
      </p:sp>
      <p:cxnSp>
        <p:nvCxnSpPr>
          <p:cNvPr id="3" name="Straight Connector 2">
            <a:extLst>
              <a:ext uri="{FF2B5EF4-FFF2-40B4-BE49-F238E27FC236}">
                <a16:creationId xmlns:a16="http://schemas.microsoft.com/office/drawing/2014/main" id="{4E22365F-D1C1-40F6-3DD1-ADD568EAF6AA}"/>
              </a:ext>
            </a:extLst>
          </p:cNvPr>
          <p:cNvCxnSpPr>
            <a:cxnSpLocks/>
          </p:cNvCxnSpPr>
          <p:nvPr/>
        </p:nvCxnSpPr>
        <p:spPr>
          <a:xfrm>
            <a:off x="-183260" y="3934067"/>
            <a:ext cx="1255852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8355452"/>
      </p:ext>
    </p:extLst>
  </p:cSld>
  <p:clrMapOvr>
    <a:masterClrMapping/>
  </p:clrMapOvr>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2120</TotalTime>
  <Words>1591</Words>
  <Application>Microsoft Macintosh PowerPoint</Application>
  <PresentationFormat>Widescreen</PresentationFormat>
  <Paragraphs>176</Paragraphs>
  <Slides>14</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Lora SemiBold</vt:lpstr>
      <vt:lpstr>Lora Medium</vt:lpstr>
      <vt:lpstr>Roboto Serif 14pt</vt:lpstr>
      <vt:lpstr>Arial</vt:lpstr>
      <vt:lpstr>Roboto SemiBold</vt:lpstr>
      <vt:lpstr>Helvetica Neue</vt:lpstr>
      <vt:lpstr>Roboto Medium</vt:lpstr>
      <vt:lpstr>Roboto</vt:lpstr>
      <vt:lpstr>OpenAI Sans</vt:lpstr>
      <vt:lpstr>Helvetica Neue Medium</vt:lpstr>
      <vt:lpstr>Aptos</vt:lpstr>
      <vt:lpstr>Default Codex Theme</vt:lpstr>
      <vt:lpstr>Enterprise Quarterly Business Review</vt:lpstr>
      <vt:lpstr>Meeting title with agenda slide</vt:lpstr>
      <vt:lpstr>Quarter recap, verdict and asks</vt:lpstr>
      <vt:lpstr>Intro and 2x2 card grid</vt:lpstr>
      <vt:lpstr>One column layout with three callout cards</vt:lpstr>
      <vt:lpstr>Intro with three callout cards</vt:lpstr>
      <vt:lpstr>Two column layout</vt:lpstr>
      <vt:lpstr>Statement headline  slide with eight logo grid</vt:lpstr>
      <vt:lpstr>Full width data table slide</vt:lpstr>
      <vt:lpstr>Chart with three cards</vt:lpstr>
      <vt:lpstr>Chart with three cards</vt:lpstr>
      <vt:lpstr>Timeline with three text only milestones</vt:lpstr>
      <vt:lpstr>Gantt chart over time</vt:lpstr>
      <vt:lpstr>Thank you </vt:lpstr>
    </vt:vector>
  </TitlesOfParts>
  <Company/>
  <LinksUpToDate>false</LinksUpToDate>
  <SharedDoc>false</SharedDoc>
  <HyperlinksChanged>false</HyperlinksChanged>
  <AppVersion>16.0000</AppVersion>
</Properties>
</file>

<file path=docProps/core.xml><?xml version="1.0" encoding="utf-8"?>
<ns0:coreProperties xmlns:dc="http://purl.org/dc/elements/1.1/" xmlns:ns0="http://schemas.openxmlformats.org/package/2006/metadata/core-properties">
  <dc:title/>
</ns0:coreProperties>
</file>