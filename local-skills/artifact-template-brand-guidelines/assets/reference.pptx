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Masters/templateMaster.xml" ContentType="application/vnd.openxmlformats-officedocument.presentationml.slideMaster+xml"/>
  <Override PartName="/ppt/theme/templateTheme.xml" ContentType="application/vnd.openxmlformats-officedocument.theme+xml"/>
  <Override PartName="/ppt/slideLayouts/templateLayout1.xml" ContentType="application/vnd.openxmlformats-officedocument.presentationml.slideLayout+xml"/>
  <Override PartName="/ppt/slideLayouts/templateLayout2.xml" ContentType="application/vnd.openxmlformats-officedocument.presentationml.slideLayout+xml"/>
  <Override PartName="/ppt/slideLayouts/templateLayout3.xml" ContentType="application/vnd.openxmlformats-officedocument.presentationml.slideLayout+xml"/>
  <Override PartName="/ppt/slideLayouts/templateLayout4.xml" ContentType="application/vnd.openxmlformats-officedocument.presentationml.slideLayout+xml"/>
  <Override PartName="/ppt/slideLayouts/templateLayout5.xml" ContentType="application/vnd.openxmlformats-officedocument.presentationml.slideLayout+xml"/>
  <Override PartName="/ppt/slideLayouts/templateLayout6.xml" ContentType="application/vnd.openxmlformats-officedocument.presentationml.slideLayout+xml"/>
  <Override PartName="/ppt/media/image7-optimized.jpg" ContentType="image/jpeg"/>
  <Override PartName="/ppt/media/image.jpeg" ContentType="image/jpeg"/>
  <Override PartName="/ppt/media/image8-optimized.jpg" ContentType="image/jpeg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d0402bff8644ba" /><Relationship Type="http://schemas.openxmlformats.org/officeDocument/2006/relationships/extended-properties" Target="/docProps/app.xml" Id="Re221fadda8164279" /><Relationship Type="http://schemas.openxmlformats.org/officeDocument/2006/relationships/officeDocument" Target="/ppt/presentation.xml" Id="R87e79fea1e57435a" /></Relationships>
</file>

<file path=ppt/presentation.xml><?xml version="1.0" encoding="utf-8"?>
<p:presentation xmlns:p="http://schemas.openxmlformats.org/presentationml/2006/main">
  <p:sldMasterIdLst>
    <p:sldMasterId xmlns:ns1="http://schemas.openxmlformats.org/officeDocument/2006/relationships" id="2147483648" ns1:id="rTemplateMaster"/>
  </p:sldMasterIdLst>
  <p:notesMasterIdLst>
    <p:notesMasterId xmlns:r="http://schemas.openxmlformats.org/officeDocument/2006/relationships" r:id="R7db53f5856494e74"/>
  </p:notesMasterIdLst>
  <p:sldIdLst>
    <p:sldId xmlns:r="http://schemas.openxmlformats.org/officeDocument/2006/relationships" id="256" r:id="R9990f7634fa741ed"/>
    <p:sldId xmlns:r="http://schemas.openxmlformats.org/officeDocument/2006/relationships" id="257" r:id="Rcf552d0f04074257"/>
    <p:sldId xmlns:r="http://schemas.openxmlformats.org/officeDocument/2006/relationships" id="258" r:id="Ra031f5a2b88140fd"/>
    <p:sldId xmlns:r="http://schemas.openxmlformats.org/officeDocument/2006/relationships" id="259" r:id="R6aef7e7e5b7b42f4"/>
    <p:sldId xmlns:r="http://schemas.openxmlformats.org/officeDocument/2006/relationships" id="260" r:id="R57bca4846fde474b"/>
    <p:sldId xmlns:r="http://schemas.openxmlformats.org/officeDocument/2006/relationships" id="261" r:id="Rea644e4b382f40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069e9f58599a4553"/><Relationship Type="http://schemas.openxmlformats.org/officeDocument/2006/relationships/notesMaster" Target="/ppt/notesMasters/notesMaster1.xml" Id="R7db53f5856494e74"/><Relationship Type="http://schemas.openxmlformats.org/officeDocument/2006/relationships/presProps" Target="/ppt/presProps.xml" Id="R21187c3c883d45da"/><Relationship Type="http://schemas.openxmlformats.org/officeDocument/2006/relationships/tableStyles" Target="/ppt/tableStyles.xml" Id="R91793fc973f74dbc"/><Relationship Type="http://schemas.openxmlformats.org/officeDocument/2006/relationships/slide" Target="/ppt/slides/slide1.xml" Id="R9990f7634fa741ed"/><Relationship Type="http://schemas.openxmlformats.org/officeDocument/2006/relationships/slide" Target="/ppt/slides/slide2.xml" Id="Rcf552d0f04074257"/><Relationship Type="http://schemas.openxmlformats.org/officeDocument/2006/relationships/slide" Target="/ppt/slides/slide3.xml" Id="Ra031f5a2b88140fd"/><Relationship Type="http://schemas.openxmlformats.org/officeDocument/2006/relationships/slide" Target="/ppt/slides/slide4.xml" Id="R6aef7e7e5b7b42f4"/><Relationship Type="http://schemas.openxmlformats.org/officeDocument/2006/relationships/slide" Target="/ppt/slides/slide5.xml" Id="R57bca4846fde474b"/><Relationship Type="http://schemas.openxmlformats.org/officeDocument/2006/relationships/slide" Target="/ppt/slides/slide6.xml" Id="Rea644e4b382f408a"/><Relationship Id="rTemplateMaster" Type="http://schemas.openxmlformats.org/officeDocument/2006/relationships/slideMaster" Target="slideMasters/templateMaster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bb73e2e3724b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1389ec98604e4e" /><Relationship Type="http://schemas.openxmlformats.org/officeDocument/2006/relationships/notesMaster" Target="/ppt/notesMasters/notesMaster1.xml" Id="R901aa3ff675a4d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2390a4a5034d3c" /><Relationship Type="http://schemas.openxmlformats.org/officeDocument/2006/relationships/notesMaster" Target="/ppt/notesMasters/notesMaster1.xml" Id="Rc11cd1242f694a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2c49af19ab4630" /><Relationship Type="http://schemas.openxmlformats.org/officeDocument/2006/relationships/notesMaster" Target="/ppt/notesMasters/notesMaster1.xml" Id="R3f736d75feb248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2feffdd491411c" /><Relationship Type="http://schemas.openxmlformats.org/officeDocument/2006/relationships/notesMaster" Target="/ppt/notesMasters/notesMaster1.xml" Id="Rfb7b3d4964e349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1c2f6a2d12493a" /><Relationship Type="http://schemas.openxmlformats.org/officeDocument/2006/relationships/notesMaster" Target="/ppt/notesMasters/notesMaster1.xml" Id="R50fdaa691e5946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f7809a19734806" /><Relationship Type="http://schemas.openxmlformats.org/officeDocument/2006/relationships/notesMaster" Target="/ppt/notesMasters/notesMaster1.xml" Id="R48d32515298a43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templateLayout1.xml.rels><?xml version='1.0' encoding='UTF-8' standalone='yes'?>
<Relationships xmlns="http://schemas.openxmlformats.org/package/2006/relationships"><Relationship Id="rTemplateMaster" Type="http://schemas.openxmlformats.org/officeDocument/2006/relationships/slideMaster" Target="../slideMasters/templateMaster.xml"/></Relationships>
</file>

<file path=ppt/slideLayouts/_rels/templateLayout2.xml.rels><?xml version='1.0' encoding='UTF-8' standalone='yes'?>
<Relationships xmlns="http://schemas.openxmlformats.org/package/2006/relationships"><Relationship Id="rTemplateMaster" Type="http://schemas.openxmlformats.org/officeDocument/2006/relationships/slideMaster" Target="../slideMasters/templateMaster.xml"/></Relationships>
</file>

<file path=ppt/slideLayouts/_rels/templateLayout3.xml.rels><?xml version='1.0' encoding='UTF-8' standalone='yes'?>
<Relationships xmlns="http://schemas.openxmlformats.org/package/2006/relationships"><Relationship Type="http://schemas.openxmlformats.org/officeDocument/2006/relationships/image" Target="../media/image.png" Id="R0179cdb34e934895"/><Relationship Id="rTemplateMaster" Type="http://schemas.openxmlformats.org/officeDocument/2006/relationships/slideMaster" Target="../slideMasters/templateMaster.xml"/></Relationships>
</file>

<file path=ppt/slideLayouts/_rels/templateLayout4.xml.rels><?xml version='1.0' encoding='UTF-8' standalone='yes'?>
<Relationships xmlns="http://schemas.openxmlformats.org/package/2006/relationships"><Relationship Id="rTemplateMaster" Type="http://schemas.openxmlformats.org/officeDocument/2006/relationships/slideMaster" Target="../slideMasters/templateMaster.xml"/></Relationships>
</file>

<file path=ppt/slideLayouts/_rels/templateLayout5.xml.rels><?xml version='1.0' encoding='UTF-8' standalone='yes'?>
<Relationships xmlns="http://schemas.openxmlformats.org/package/2006/relationships"><Relationship Type="http://schemas.openxmlformats.org/officeDocument/2006/relationships/image" Target="../media/image2.png" Id="R353d2942164f4d3a"/><Relationship Type="http://schemas.openxmlformats.org/officeDocument/2006/relationships/image" Target="../media/image3.png" Id="Rc1bc9cc2feaa4b12"/><Relationship Type="http://schemas.openxmlformats.org/officeDocument/2006/relationships/image" Target="../media/image4.png" Id="Ra11683c5d2b8414e"/><Relationship Type="http://schemas.openxmlformats.org/officeDocument/2006/relationships/image" Target="../media/image5.png" Id="R34eac73b4b0446b8"/><Relationship Type="http://schemas.openxmlformats.org/officeDocument/2006/relationships/image" Target="../media/image6.png" Id="R15b9cd0d319549ff"/><Relationship Id="rTemplateMaster" Type="http://schemas.openxmlformats.org/officeDocument/2006/relationships/slideMaster" Target="../slideMasters/templateMaster.xml"/></Relationships>
</file>

<file path=ppt/slideLayouts/_rels/templateLayout6.xml.rels><?xml version='1.0' encoding='utf-8'?>
<Relationships xmlns="http://schemas.openxmlformats.org/package/2006/relationships"><Relationship Type="http://schemas.openxmlformats.org/officeDocument/2006/relationships/image" Target="../media/image7-optimized.jpg" Id="R74db4b5bedac4acf" /><Relationship Type="http://schemas.openxmlformats.org/officeDocument/2006/relationships/image" Target="../media/image.jpeg" Id="Rbb2998eae3ce4992" /><Relationship Type="http://schemas.openxmlformats.org/officeDocument/2006/relationships/image" Target="../media/image8-optimized.jpg" Id="R94375b47b69d42ed" /><Relationship Id="rTemplateMaster" Type="http://schemas.openxmlformats.org/officeDocument/2006/relationships/slideMaster" Target="../slideMasters/templateMaster.xml" /></Relationships>
</file>

<file path=ppt/slideLayouts/templat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Brand Cover">
    <p:bg>
      <p:bgPr>
        <a:solidFill>
          <a:srgbClr val="F355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">
            <a:extLst>
              <a:ext uri="{FF2B5EF4-FFF2-40B4-BE49-F238E27FC236}">
                <a16:creationId xmlns:a16="http://schemas.microsoft.com/office/drawing/2014/main" id="{A35C06EE-6E0A-4E78-8880-5A9EFC28C3A7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352803" y="238929"/>
            <a:ext cx="4558030" cy="1920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 algn="ctr">
              <a:defRPr sz="12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lnSpc>
                <a:spcPct val="100000"/>
              </a:lnSpc>
              <a:defRPr sz="12000" b="1" i="0" u="none">
                <a:solidFill>
                  <a:srgbClr val="FFFFF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ctr">
              <a:lnSpc>
                <a:spcPct val="100000"/>
              </a:lnSpc>
            </a:pPr>
            <a:r>
              <a:rPr sz="12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Click to add title</a:t>
            </a:r>
          </a:p>
        </p:txBody>
      </p:sp>
      <p:sp>
        <p:nvSpPr>
          <p:cNvPr id="3" name="Luma">
            <a:extLst>
              <a:ext uri="{FF2B5EF4-FFF2-40B4-BE49-F238E27FC236}">
                <a16:creationId xmlns:a16="http://schemas.microsoft.com/office/drawing/2014/main" id="{A9F4B1FC-1914-4A6B-BAD4-877D15D49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580" y="6369220"/>
            <a:ext cx="1393474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1500" b="0" i="0" u="none">
                <a:solidFill>
                  <a:srgbClr val="FFFFF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Click to add text</a:t>
            </a:r>
          </a:p>
        </p:txBody>
      </p:sp>
      <p:sp>
        <p:nvSpPr>
          <p:cNvPr id="4" name="Studio">
            <a:extLst>
              <a:ext uri="{FF2B5EF4-FFF2-40B4-BE49-F238E27FC236}">
                <a16:creationId xmlns:a16="http://schemas.microsoft.com/office/drawing/2014/main" id="{807EC9AA-8517-44E5-B18A-4303599354C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86054" y="6188477"/>
            <a:ext cx="1393474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1050" b="0" i="0" u="none">
                <a:solidFill>
                  <a:srgbClr val="000000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Click to add text</a:t>
            </a:r>
          </a:p>
        </p:txBody>
      </p:sp>
      <p:sp>
        <p:nvSpPr>
          <p:cNvPr id="5" name="Telescope">
            <a:extLst>
              <a:ext uri="{FF2B5EF4-FFF2-40B4-BE49-F238E27FC236}">
                <a16:creationId xmlns:a16="http://schemas.microsoft.com/office/drawing/2014/main" id="{17378913-F943-4B41-9DF5-D3BD08506C1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584054" y="6369220"/>
            <a:ext cx="1393474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1500" b="0" i="0" u="none">
                <a:solidFill>
                  <a:srgbClr val="FFFFF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Click to add text</a:t>
            </a:r>
          </a:p>
        </p:txBody>
      </p:sp>
      <p:sp>
        <p:nvSpPr>
          <p:cNvPr id="6" name="Client">
            <a:extLst>
              <a:ext uri="{FF2B5EF4-FFF2-40B4-BE49-F238E27FC236}">
                <a16:creationId xmlns:a16="http://schemas.microsoft.com/office/drawing/2014/main" id="{D2D193DB-18A8-4A7C-B999-FC5957BB1E14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1579528" y="6188477"/>
            <a:ext cx="1393474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1050" b="0" i="0" u="none">
                <a:solidFill>
                  <a:srgbClr val="000000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Click to add text</a:t>
            </a:r>
          </a:p>
        </p:txBody>
      </p:sp>
      <p:sp>
        <p:nvSpPr>
          <p:cNvPr id="7" name="January 2027">
            <a:extLst>
              <a:ext uri="{FF2B5EF4-FFF2-40B4-BE49-F238E27FC236}">
                <a16:creationId xmlns:a16="http://schemas.microsoft.com/office/drawing/2014/main" id="{7C4378BC-E2AE-4E62-A62F-B09CF44F6020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4371002" y="6369220"/>
            <a:ext cx="1388948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1500" b="0" i="0" u="none" spc="0" baseline="0">
                <a:solidFill>
                  <a:srgbClr val="FFFFFF">
                    <a:alpha val="100000"/>
                  </a:srgbClr>
                </a:solidFill>
                <a:highlight>
                  <a:srgbClr val="000000">
                    <a:alpha val="0"/>
                  </a:srgbClr>
                </a:highlight>
                <a:latin typeface="Helvetica Neue"/>
                <a:ea typeface="Helvetica Neue"/>
                <a:cs typeface="Helvetica Neue"/>
              </a:defRPr>
            </a:lvl1pPr>
          </a:lstStyle>
          <a:p>
            <a:pPr>
              <a:lnSpc>
                <a:spcPct val="100000"/>
              </a:lnSpc>
            </a:pPr>
            <a:r>
              <a:rPr sz="1500" b="0" i="0" u="none" spc="0" baseline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Helvetica Neue"/>
                <a:ea typeface="Helvetica Neue"/>
                <a:cs typeface="Helvetica Neue"/>
              </a:rPr>
              <a:t>Click to add text</a:t>
            </a:r>
          </a:p>
        </p:txBody>
      </p:sp>
      <p:sp>
        <p:nvSpPr>
          <p:cNvPr id="8" name="Version">
            <a:extLst>
              <a:ext uri="{FF2B5EF4-FFF2-40B4-BE49-F238E27FC236}">
                <a16:creationId xmlns:a16="http://schemas.microsoft.com/office/drawing/2014/main" id="{FAEC48A6-A571-49E3-BB08-22926901D33E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2977528" y="6188477"/>
            <a:ext cx="1393474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1050" b="0" i="0" u="none" spc="0" baseline="0">
                <a:solidFill>
                  <a:srgbClr val="000000">
                    <a:alpha val="100000"/>
                  </a:srgbClr>
                </a:solidFill>
                <a:highlight>
                  <a:srgbClr val="000000">
                    <a:alpha val="0"/>
                  </a:srgbClr>
                </a:highlight>
                <a:latin typeface="Helvetica Neue"/>
                <a:ea typeface="Helvetica Neue"/>
                <a:cs typeface="Helvetica Neue"/>
              </a:defRPr>
            </a:lvl1pPr>
          </a:lstStyle>
          <a:p>
            <a:pPr>
              <a:lnSpc>
                <a:spcPct val="100000"/>
              </a:lnSpc>
            </a:pPr>
            <a:r>
              <a:rPr sz="1050" b="0" i="0" u="none" spc="0" baseline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Helvetica Neue"/>
                <a:ea typeface="Helvetica Neue"/>
                <a:cs typeface="Helvetica Neue"/>
              </a:rPr>
              <a:t>Click to add text</a:t>
            </a:r>
          </a:p>
        </p:txBody>
      </p:sp>
      <p:sp>
        <p:nvSpPr>
          <p:cNvPr id="9" name="2.3">
            <a:extLst>
              <a:ext uri="{FF2B5EF4-FFF2-40B4-BE49-F238E27FC236}">
                <a16:creationId xmlns:a16="http://schemas.microsoft.com/office/drawing/2014/main" id="{5C3A35E0-4DA2-46A4-AFE7-12F2956C80AA}"/>
              </a:ext>
            </a:extLst>
          </p:cNvPr>
          <p:cNvSpPr>
            <a:spLocks noGrp="1"/>
          </p:cNvSpPr>
          <p:nvPr>
            <p:ph type="body" idx="7"/>
          </p:nvPr>
        </p:nvSpPr>
        <p:spPr>
          <a:xfrm>
            <a:off x="2977528" y="6369220"/>
            <a:ext cx="1393474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1500" b="0" i="0" u="none">
                <a:solidFill>
                  <a:srgbClr val="FFFFF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Click to add text</a:t>
            </a:r>
          </a:p>
        </p:txBody>
      </p:sp>
      <p:sp>
        <p:nvSpPr>
          <p:cNvPr id="10" name="Date">
            <a:extLst>
              <a:ext uri="{FF2B5EF4-FFF2-40B4-BE49-F238E27FC236}">
                <a16:creationId xmlns:a16="http://schemas.microsoft.com/office/drawing/2014/main" id="{57E8F809-A000-4EB5-BEE5-0A21A4BAB524}"/>
              </a:ext>
            </a:extLst>
          </p:cNvPr>
          <p:cNvSpPr>
            <a:spLocks noGrp="1"/>
          </p:cNvSpPr>
          <p:nvPr>
            <p:ph type="body" idx="8"/>
          </p:nvPr>
        </p:nvSpPr>
        <p:spPr>
          <a:xfrm>
            <a:off x="4371002" y="6188477"/>
            <a:ext cx="1393474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1050" b="0" i="0" u="none">
                <a:solidFill>
                  <a:srgbClr val="000000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Click to add text</a:t>
            </a:r>
          </a:p>
        </p:txBody>
      </p:sp>
      <p:sp>
        <p:nvSpPr>
          <p:cNvPr id="11" name="Guidelines">
            <a:extLst>
              <a:ext uri="{FF2B5EF4-FFF2-40B4-BE49-F238E27FC236}">
                <a16:creationId xmlns:a16="http://schemas.microsoft.com/office/drawing/2014/main" id="{65E95AC5-2779-4EDC-A279-75EE2D56E520}"/>
              </a:ext>
            </a:extLst>
          </p:cNvPr>
          <p:cNvSpPr>
            <a:spLocks noGrp="1"/>
          </p:cNvSpPr>
          <p:nvPr>
            <p:ph type="body" idx="9"/>
          </p:nvPr>
        </p:nvSpPr>
        <p:spPr>
          <a:xfrm>
            <a:off x="352803" y="1715330"/>
            <a:ext cx="7828280" cy="1920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 algn="ctr">
              <a:defRPr sz="12000" b="1">
                <a:solidFill>
                  <a:srgbClr val="FFFFFF">
                    <a:alpha val="50000"/>
                  </a:srgbClr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lnSpc>
                <a:spcPct val="100000"/>
              </a:lnSpc>
              <a:defRPr sz="12000" b="1" i="0" u="none">
                <a:solidFill>
                  <a:srgbClr val="FFFFFF">
                    <a:alpha val="5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ctr">
              <a:lnSpc>
                <a:spcPct val="100000"/>
              </a:lnSpc>
            </a:pPr>
            <a:r>
              <a:rPr sz="12000" b="1">
                <a:solidFill>
                  <a:srgbClr val="FFFFFF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Click to add text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848ADE2-1384-4377-A96C-FCCCF0ABDEA0}"/>
              </a:ext>
            </a:extLst>
          </p:cNvPr>
          <p:cNvSpPr>
            <a:spLocks noGrp="1"/>
          </p:cNvSpPr>
          <p:nvPr/>
        </p:nvSpPr>
        <p:spPr>
          <a:xfrm>
            <a:off x="9946880" y="476951"/>
            <a:ext cx="375053" cy="375053"/>
          </a:xfrm>
          <a:prstGeom prst="ellips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38EE3F39-CFA8-466D-9436-53B36D71DDFF}"/>
              </a:ext>
            </a:extLst>
          </p:cNvPr>
          <p:cNvSpPr>
            <a:spLocks noGrp="1"/>
          </p:cNvSpPr>
          <p:nvPr/>
        </p:nvSpPr>
        <p:spPr>
          <a:xfrm>
            <a:off x="10417183" y="476951"/>
            <a:ext cx="375053" cy="375053"/>
          </a:xfrm>
          <a:prstGeom prst="ellips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F34C732F-E080-430E-9AA5-F0E1E85B2FF6}"/>
              </a:ext>
            </a:extLst>
          </p:cNvPr>
          <p:cNvSpPr>
            <a:spLocks noGrp="1"/>
          </p:cNvSpPr>
          <p:nvPr/>
        </p:nvSpPr>
        <p:spPr>
          <a:xfrm>
            <a:off x="10887486" y="476951"/>
            <a:ext cx="375053" cy="375053"/>
          </a:xfrm>
          <a:prstGeom prst="ellips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A30C85C5-069B-4540-A4DD-BE31C72C9FF8}"/>
              </a:ext>
            </a:extLst>
          </p:cNvPr>
          <p:cNvSpPr>
            <a:spLocks noGrp="1"/>
          </p:cNvSpPr>
          <p:nvPr/>
        </p:nvSpPr>
        <p:spPr>
          <a:xfrm>
            <a:off x="11357789" y="476951"/>
            <a:ext cx="375053" cy="375053"/>
          </a:xfrm>
          <a:prstGeom prst="ellips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13656034-6896-4F20-A0AD-767FEAF75A50}"/>
              </a:ext>
            </a:extLst>
          </p:cNvPr>
          <p:cNvSpPr>
            <a:spLocks noGrp="1"/>
          </p:cNvSpPr>
          <p:nvPr/>
        </p:nvSpPr>
        <p:spPr>
          <a:xfrm>
            <a:off x="9477717" y="476951"/>
            <a:ext cx="375053" cy="375053"/>
          </a:xfrm>
          <a:prstGeom prst="ellips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</p:spTree>
  </p:cSld>
  <p:clrMapOvr>
    <a:masterClrMapping/>
  </p:clrMapOvr>
</p:sldLayout>
</file>

<file path=ppt/slideLayouts/templat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Color Palett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 palette">
            <a:extLst>
              <a:ext uri="{FF2B5EF4-FFF2-40B4-BE49-F238E27FC236}">
                <a16:creationId xmlns:a16="http://schemas.microsoft.com/office/drawing/2014/main" id="{A35C06EE-6E0A-4E78-8880-5A9EFC28C3A7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352803" y="238967"/>
            <a:ext cx="3719830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 algn="ctr"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lnSpc>
                <a:spcPct val="100000"/>
              </a:lnSpc>
              <a:defRPr sz="4500" b="1" i="0" u="none">
                <a:solidFill>
                  <a:srgbClr val="FFFFF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ctr">
              <a:lnSpc>
                <a:spcPct val="100000"/>
              </a:lnSpc>
            </a:pPr>
            <a:r>
              <a: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Click to add title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051080A0-3E37-4ED8-A63C-2ADB6DA226DE}"/>
              </a:ext>
            </a:extLst>
          </p:cNvPr>
          <p:cNvSpPr>
            <a:spLocks noGrp="1"/>
          </p:cNvSpPr>
          <p:nvPr/>
        </p:nvSpPr>
        <p:spPr>
          <a:xfrm>
            <a:off x="2735446" y="2195014"/>
            <a:ext cx="1986369" cy="1986369"/>
          </a:xfrm>
          <a:prstGeom prst="ellipse">
            <a:avLst/>
          </a:prstGeom>
          <a:solidFill>
            <a:srgbClr val="F35529"/>
          </a:solidFill>
          <a:ln w="0">
            <a:solidFill>
              <a:srgbClr val="000000"/>
            </a:solidFill>
            <a:prstDash val="solid"/>
          </a:ln>
        </p:spPr>
        <p:txBody>
          <a:bodyPr lIns="91440" rIns="91440" tIns="45720" bIns="45720"/>
          <a:lstStyle>
            <a:defPPr>
              <a:defRPr>
                <a:solidFill>
                  <a:srgbClr val="F25911"/>
                </a:solidFill>
              </a:defRPr>
            </a:defPPr>
          </a:lstStyle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AC49EA28-5597-4009-B668-B591028C8117}"/>
              </a:ext>
            </a:extLst>
          </p:cNvPr>
          <p:cNvSpPr>
            <a:spLocks noGrp="1"/>
          </p:cNvSpPr>
          <p:nvPr/>
        </p:nvSpPr>
        <p:spPr>
          <a:xfrm>
            <a:off x="5102815" y="2183375"/>
            <a:ext cx="1986369" cy="1986369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/>
            </a:solidFill>
            <a:prstDash val="solid"/>
          </a:ln>
        </p:spPr>
        <p:txBody>
          <a:bodyPr lIns="91440" rIns="91440" tIns="45720" bIns="45720"/>
          <a:lstStyle>
            <a:defPPr>
              <a:defRPr>
                <a:solidFill>
                  <a:srgbClr val="F25911"/>
                </a:solidFill>
              </a:defRPr>
            </a:defPPr>
          </a:lstStyle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1C45A60-DFC8-433C-9ACC-9E34C89528F1}"/>
              </a:ext>
            </a:extLst>
          </p:cNvPr>
          <p:cNvSpPr>
            <a:spLocks noGrp="1"/>
          </p:cNvSpPr>
          <p:nvPr/>
        </p:nvSpPr>
        <p:spPr>
          <a:xfrm>
            <a:off x="7389427" y="2103721"/>
            <a:ext cx="1986369" cy="1986369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 lIns="91440" rIns="91440" tIns="45720" bIns="45720"/>
          <a:lstStyle>
            <a:defPPr>
              <a:defRPr>
                <a:solidFill>
                  <a:srgbClr val="F25911"/>
                </a:solidFill>
              </a:defRPr>
            </a:defPPr>
          </a:lstStyle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6E2553D1-A69E-4C1A-9653-593BB224DC1B}"/>
              </a:ext>
            </a:extLst>
          </p:cNvPr>
          <p:cNvSpPr>
            <a:spLocks noGrp="1"/>
          </p:cNvSpPr>
          <p:nvPr/>
        </p:nvSpPr>
        <p:spPr>
          <a:xfrm>
            <a:off x="9511307" y="481221"/>
            <a:ext cx="375053" cy="375053"/>
          </a:xfrm>
          <a:prstGeom prst="ellipse">
            <a:avLst/>
          </a:prstGeom>
          <a:solidFill>
            <a:srgbClr val="F35529"/>
          </a:solidFill>
          <a:ln w="0">
            <a:solidFill>
              <a:srgbClr val="000000"/>
            </a:solidFill>
            <a:prstDash val="solid"/>
          </a:ln>
        </p:spPr>
        <p:txBody>
          <a:bodyPr lIns="91440" rIns="91440" tIns="45720" bIns="45720"/>
          <a:lstStyle>
            <a:defPPr>
              <a:defRPr>
                <a:solidFill>
                  <a:srgbClr val="F25911"/>
                </a:solidFill>
              </a:defRPr>
            </a:defPPr>
          </a:lstStyle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D7DD5373-CC3C-4DDF-AFB3-C171EAE68A3F}"/>
              </a:ext>
            </a:extLst>
          </p:cNvPr>
          <p:cNvSpPr>
            <a:spLocks noGrp="1"/>
          </p:cNvSpPr>
          <p:nvPr/>
        </p:nvSpPr>
        <p:spPr>
          <a:xfrm>
            <a:off x="9980470" y="482418"/>
            <a:ext cx="375053" cy="375053"/>
          </a:xfrm>
          <a:prstGeom prst="ellips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080AD0DA-A880-4C12-A4A9-B1E9F8FA2F9F}"/>
              </a:ext>
            </a:extLst>
          </p:cNvPr>
          <p:cNvSpPr>
            <a:spLocks noGrp="1"/>
          </p:cNvSpPr>
          <p:nvPr/>
        </p:nvSpPr>
        <p:spPr>
          <a:xfrm>
            <a:off x="10450773" y="482418"/>
            <a:ext cx="375053" cy="375053"/>
          </a:xfrm>
          <a:prstGeom prst="ellips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4CCFFE10-9ED7-4991-812D-E15716B39114}"/>
              </a:ext>
            </a:extLst>
          </p:cNvPr>
          <p:cNvSpPr>
            <a:spLocks noGrp="1"/>
          </p:cNvSpPr>
          <p:nvPr/>
        </p:nvSpPr>
        <p:spPr>
          <a:xfrm>
            <a:off x="10921076" y="482418"/>
            <a:ext cx="375053" cy="375053"/>
          </a:xfrm>
          <a:prstGeom prst="ellips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740F42A6-EBCA-4B24-A4A5-871B746DFC24}"/>
              </a:ext>
            </a:extLst>
          </p:cNvPr>
          <p:cNvSpPr>
            <a:spLocks noGrp="1"/>
          </p:cNvSpPr>
          <p:nvPr/>
        </p:nvSpPr>
        <p:spPr>
          <a:xfrm>
            <a:off x="11391379" y="482418"/>
            <a:ext cx="375053" cy="375053"/>
          </a:xfrm>
          <a:prstGeom prst="ellips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2CBEDC39-F791-41E2-9770-A2DD20F0D2DE}"/>
              </a:ext>
            </a:extLst>
          </p:cNvPr>
          <p:cNvSpPr>
            <a:spLocks noGrp="1"/>
          </p:cNvSpPr>
          <p:nvPr/>
        </p:nvSpPr>
        <p:spPr>
          <a:xfrm>
            <a:off x="7470184" y="2194354"/>
            <a:ext cx="1986369" cy="1986369"/>
          </a:xfrm>
          <a:prstGeom prst="ellipse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  <p:txBody>
          <a:bodyPr lIns="91440" rIns="91440" tIns="45720" bIns="45720"/>
          <a:lstStyle>
            <a:defPPr>
              <a:defRPr>
                <a:solidFill>
                  <a:srgbClr val="F25911"/>
                </a:solidFill>
              </a:defRPr>
            </a:defPPr>
          </a:lstStyle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12" name="We use color intentionally to create a cohesive …">
            <a:extLst>
              <a:ext uri="{FF2B5EF4-FFF2-40B4-BE49-F238E27FC236}">
                <a16:creationId xmlns:a16="http://schemas.microsoft.com/office/drawing/2014/main" id="{174EC530-E4B0-4196-81AC-8232C15B5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963" y="5336912"/>
            <a:ext cx="4313708" cy="11887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 algn="l">
              <a:defRPr sz="1800" b="1">
                <a:solidFill>
                  <a:srgbClr val="FFFFFF">
                    <a:alpha val="50000"/>
                  </a:srgbClr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1800" b="1" i="0" u="none" spc="0" baseline="0">
                <a:solidFill>
                  <a:srgbClr val="FFFFFF">
                    <a:alpha val="100000"/>
                  </a:srgbClr>
                </a:solidFill>
                <a:highlight>
                  <a:srgbClr val="000000">
                    <a:alpha val="0"/>
                  </a:srgbClr>
                </a:highlight>
                <a:latin typeface="Helvetica Neue"/>
                <a:ea typeface="Helvetica Neue"/>
                <a:cs typeface="Helvetica Neue"/>
              </a:defRPr>
            </a:lvl1pPr>
          </a:lstStyle>
          <a:p>
            <a:pPr algn="l">
              <a:lnSpc>
                <a:spcPct val="100000"/>
              </a:lnSpc>
            </a:pPr>
            <a:r>
              <a:rPr sz="1800" b="1" i="0" u="none" spc="0" baseline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Helvetica Neue"/>
                <a:ea typeface="Helvetica Neue"/>
                <a:cs typeface="Helvetica Neue"/>
              </a:rPr>
              <a:t>Click to add text</a:t>
            </a:r>
          </a:p>
        </p:txBody>
      </p:sp>
      <p:sp>
        <p:nvSpPr>
          <p:cNvPr id="13" name="#F35529">
            <a:extLst>
              <a:ext uri="{FF2B5EF4-FFF2-40B4-BE49-F238E27FC236}">
                <a16:creationId xmlns:a16="http://schemas.microsoft.com/office/drawing/2014/main" id="{FEDCE791-CC31-48FD-8A18-F10D99517DCC}"/>
              </a:ext>
            </a:extLst>
          </p:cNvPr>
          <p:cNvSpPr>
            <a:spLocks noGrp="1"/>
          </p:cNvSpPr>
          <p:nvPr>
            <p:ph type="body" idx="2" hasCustomPrompt="1"/>
          </p:nvPr>
        </p:nvSpPr>
        <p:spPr>
          <a:xfrm>
            <a:off x="3142590" y="4327049"/>
            <a:ext cx="1172081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 algn="ctr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lnSpc>
                <a:spcPct val="100000"/>
              </a:lnSpc>
              <a:defRPr sz="1500" b="0" i="0" u="none" spc="0" baseline="0">
                <a:solidFill>
                  <a:srgbClr val="FFFFFF">
                    <a:alpha val="100000"/>
                  </a:srgbClr>
                </a:solidFill>
                <a:highlight>
                  <a:srgbClr val="000000">
                    <a:alpha val="0"/>
                  </a:srgbClr>
                </a:highlight>
                <a:latin typeface="Helvetica Neue"/>
                <a:ea typeface="Helvetica Neue"/>
                <a:cs typeface="Helvetica Neue"/>
              </a:defRPr>
            </a:lvl1pPr>
          </a:lstStyle>
          <a:p>
            <a:pPr algn="ctr">
              <a:lnSpc>
                <a:spcPct val="100000"/>
              </a:lnSpc>
            </a:pPr>
            <a:r>
              <a:rPr sz="1500" b="0" i="0" u="none" spc="0" baseline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Helvetica Neue"/>
                <a:ea typeface="Helvetica Neue"/>
                <a:cs typeface="Helvetica Neue"/>
              </a:rPr>
              <a:t>#F35529</a:t>
            </a:r>
          </a:p>
        </p:txBody>
      </p:sp>
      <p:sp>
        <p:nvSpPr>
          <p:cNvPr id="14" name="#FFFFFF">
            <a:extLst>
              <a:ext uri="{FF2B5EF4-FFF2-40B4-BE49-F238E27FC236}">
                <a16:creationId xmlns:a16="http://schemas.microsoft.com/office/drawing/2014/main" id="{C4445B17-8757-4048-A7E7-32A764F8C4C0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509959" y="4327049"/>
            <a:ext cx="1172081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 algn="ctr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lnSpc>
                <a:spcPct val="100000"/>
              </a:lnSpc>
              <a:defRPr sz="1500" b="0" i="0" u="none" spc="0" baseline="0">
                <a:solidFill>
                  <a:srgbClr val="FFFFFF">
                    <a:alpha val="100000"/>
                  </a:srgbClr>
                </a:solidFill>
                <a:highlight>
                  <a:srgbClr val="000000">
                    <a:alpha val="0"/>
                  </a:srgbClr>
                </a:highlight>
                <a:latin typeface="Helvetica Neue"/>
                <a:ea typeface="Helvetica Neue"/>
                <a:cs typeface="Helvetica Neue"/>
              </a:defRPr>
            </a:lvl1pPr>
          </a:lstStyle>
          <a:p>
            <a:pPr algn="ctr">
              <a:lnSpc>
                <a:spcPct val="100000"/>
              </a:lnSpc>
            </a:pPr>
            <a:r>
              <a:rPr sz="1500" b="0" i="0" u="none" spc="0" baseline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Helvetica Neue"/>
                <a:ea typeface="Helvetica Neue"/>
                <a:cs typeface="Helvetica Neue"/>
              </a:rPr>
              <a:t>#FFFFFF</a:t>
            </a:r>
          </a:p>
        </p:txBody>
      </p:sp>
      <p:sp>
        <p:nvSpPr>
          <p:cNvPr id="15" name="#000000">
            <a:extLst>
              <a:ext uri="{FF2B5EF4-FFF2-40B4-BE49-F238E27FC236}">
                <a16:creationId xmlns:a16="http://schemas.microsoft.com/office/drawing/2014/main" id="{ABD5440E-2C32-425C-B444-9447FFC9E19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877328" y="4327049"/>
            <a:ext cx="1172081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 algn="ctr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lnSpc>
                <a:spcPct val="100000"/>
              </a:lnSpc>
              <a:defRPr sz="1500" b="0" i="0" u="none" spc="0" baseline="0">
                <a:solidFill>
                  <a:srgbClr val="FFFFFF">
                    <a:alpha val="100000"/>
                  </a:srgbClr>
                </a:solidFill>
                <a:highlight>
                  <a:srgbClr val="000000">
                    <a:alpha val="0"/>
                  </a:srgbClr>
                </a:highlight>
                <a:latin typeface="Helvetica Neue"/>
                <a:ea typeface="Helvetica Neue"/>
                <a:cs typeface="Helvetica Neue"/>
              </a:defRPr>
            </a:lvl1pPr>
          </a:lstStyle>
          <a:p>
            <a:pPr algn="ctr">
              <a:lnSpc>
                <a:spcPct val="100000"/>
              </a:lnSpc>
            </a:pPr>
            <a:r>
              <a:rPr sz="1500" b="0" i="0" u="none" spc="0" baseline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Helvetica Neue"/>
                <a:ea typeface="Helvetica Neue"/>
                <a:cs typeface="Helvetica Neue"/>
              </a:rPr>
              <a:t>#000000</a:t>
            </a:r>
          </a:p>
        </p:txBody>
      </p:sp>
    </p:spTree>
  </p:cSld>
  <p:clrMapOvr>
    <a:masterClrMapping/>
  </p:clrMapOvr>
</p:sldLayout>
</file>

<file path=ppt/slideLayouts/templat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Logo System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>
            <a:extLst>
              <a:ext uri="{FF2B5EF4-FFF2-40B4-BE49-F238E27FC236}">
                <a16:creationId xmlns:a16="http://schemas.microsoft.com/office/drawing/2014/main" id="{A35C06EE-6E0A-4E78-8880-5A9EFC28C3A7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352803" y="238967"/>
            <a:ext cx="1568768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 algn="ctr"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lnSpc>
                <a:spcPct val="100000"/>
              </a:lnSpc>
              <a:defRPr sz="4500" b="1" i="0" u="none">
                <a:solidFill>
                  <a:srgbClr val="FFFFF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ctr">
              <a:lnSpc>
                <a:spcPct val="100000"/>
              </a:lnSpc>
            </a:pPr>
            <a:r>
              <a: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Click to add title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6E2553D1-A69E-4C1A-9653-593BB224DC1B}"/>
              </a:ext>
            </a:extLst>
          </p:cNvPr>
          <p:cNvSpPr>
            <a:spLocks noGrp="1"/>
          </p:cNvSpPr>
          <p:nvPr/>
        </p:nvSpPr>
        <p:spPr>
          <a:xfrm>
            <a:off x="9981040" y="486059"/>
            <a:ext cx="375053" cy="375053"/>
          </a:xfrm>
          <a:prstGeom prst="ellipse">
            <a:avLst/>
          </a:prstGeom>
          <a:solidFill>
            <a:srgbClr val="F35529"/>
          </a:solidFill>
          <a:ln w="0">
            <a:solidFill>
              <a:srgbClr val="000000"/>
            </a:solidFill>
            <a:prstDash val="solid"/>
          </a:ln>
        </p:spPr>
        <p:txBody>
          <a:bodyPr lIns="91440" rIns="91440" tIns="45720" bIns="45720"/>
          <a:lstStyle>
            <a:defPPr>
              <a:defRPr>
                <a:solidFill>
                  <a:srgbClr val="F25911"/>
                </a:solidFill>
              </a:defRPr>
            </a:defPPr>
          </a:lstStyle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D7DD5373-CC3C-4DDF-AFB3-C171EAE68A3F}"/>
              </a:ext>
            </a:extLst>
          </p:cNvPr>
          <p:cNvSpPr>
            <a:spLocks noGrp="1"/>
          </p:cNvSpPr>
          <p:nvPr/>
        </p:nvSpPr>
        <p:spPr>
          <a:xfrm>
            <a:off x="9511307" y="486059"/>
            <a:ext cx="375053" cy="375053"/>
          </a:xfrm>
          <a:prstGeom prst="ellips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080AD0DA-A880-4C12-A4A9-B1E9F8FA2F9F}"/>
              </a:ext>
            </a:extLst>
          </p:cNvPr>
          <p:cNvSpPr>
            <a:spLocks noGrp="1"/>
          </p:cNvSpPr>
          <p:nvPr/>
        </p:nvSpPr>
        <p:spPr>
          <a:xfrm>
            <a:off x="10450773" y="486059"/>
            <a:ext cx="375053" cy="375053"/>
          </a:xfrm>
          <a:prstGeom prst="ellips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4CCFFE10-9ED7-4991-812D-E15716B39114}"/>
              </a:ext>
            </a:extLst>
          </p:cNvPr>
          <p:cNvSpPr>
            <a:spLocks noGrp="1"/>
          </p:cNvSpPr>
          <p:nvPr/>
        </p:nvSpPr>
        <p:spPr>
          <a:xfrm>
            <a:off x="10921076" y="486059"/>
            <a:ext cx="375053" cy="375053"/>
          </a:xfrm>
          <a:prstGeom prst="ellips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740F42A6-EBCA-4B24-A4A5-871B746DFC24}"/>
              </a:ext>
            </a:extLst>
          </p:cNvPr>
          <p:cNvSpPr>
            <a:spLocks noGrp="1"/>
          </p:cNvSpPr>
          <p:nvPr/>
        </p:nvSpPr>
        <p:spPr>
          <a:xfrm>
            <a:off x="11391379" y="486059"/>
            <a:ext cx="375053" cy="375053"/>
          </a:xfrm>
          <a:prstGeom prst="ellips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8" name="The telescope symbolizes curiosity, discovery, a…">
            <a:extLst>
              <a:ext uri="{FF2B5EF4-FFF2-40B4-BE49-F238E27FC236}">
                <a16:creationId xmlns:a16="http://schemas.microsoft.com/office/drawing/2014/main" id="{174EC530-E4B0-4196-81AC-8232C15B5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963" y="5336912"/>
            <a:ext cx="4313708" cy="11887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 algn="l">
              <a:defRPr sz="1800" b="1">
                <a:solidFill>
                  <a:srgbClr val="FFFFFF">
                    <a:alpha val="50000"/>
                  </a:srgbClr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1800" b="1" i="0" u="none" baseline="0">
                <a:solidFill>
                  <a:srgbClr val="FFFFFF">
                    <a:alpha val="50000"/>
                  </a:srgbClr>
                </a:solidFill>
                <a:latin typeface="Helvetica Neue"/>
                <a:ea typeface="Helvetica Neue"/>
                <a:cs typeface="Helvetica Neue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pic>
        <p:nvPicPr>
          <p:cNvPr id="9" name="">
            <a:extLst>
              <a:ext uri="{FF2B5EF4-FFF2-40B4-BE49-F238E27FC236}">
                <a16:creationId xmlns:a16="http://schemas.microsoft.com/office/drawing/2014/main" id="{2124F810-F486-4A09-BA40-DCBA19F4FA50}"/>
              </a:ext>
            </a:extLst>
          </p:cNvPr>
          <p:cNvPicPr>
            <a:picLocks noChangeAspect="1"/>
          </p:cNvPicPr>
          <p:nvPr/>
        </p:nvPicPr>
        <p:blipFill>
          <a:blip r:embed="R0179cdb34e934895"/>
          <a:stretch/>
        </p:blipFill>
        <p:spPr>
          <a:xfrm>
            <a:off x="4681598" y="1876525"/>
            <a:ext cx="2828803" cy="28288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templat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Typography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pography">
            <a:extLst>
              <a:ext uri="{FF2B5EF4-FFF2-40B4-BE49-F238E27FC236}">
                <a16:creationId xmlns:a16="http://schemas.microsoft.com/office/drawing/2014/main" id="{A35C06EE-6E0A-4E78-8880-5A9EFC28C3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2740" y="235984"/>
            <a:ext cx="3348355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 algn="ctr"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lnSpc>
                <a:spcPct val="100000"/>
              </a:lnSpc>
              <a:defRPr sz="4500" b="1" i="0" u="none">
                <a:solidFill>
                  <a:srgbClr val="FFFFF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ctr">
              <a:lnSpc>
                <a:spcPct val="100000"/>
              </a:lnSpc>
            </a:pPr>
            <a:r>
              <a: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Click to add text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6E2553D1-A69E-4C1A-9653-593BB224DC1B}"/>
              </a:ext>
            </a:extLst>
          </p:cNvPr>
          <p:cNvSpPr>
            <a:spLocks noGrp="1"/>
          </p:cNvSpPr>
          <p:nvPr/>
        </p:nvSpPr>
        <p:spPr>
          <a:xfrm>
            <a:off x="10451783" y="486931"/>
            <a:ext cx="375053" cy="375053"/>
          </a:xfrm>
          <a:prstGeom prst="ellipse">
            <a:avLst/>
          </a:prstGeom>
          <a:solidFill>
            <a:srgbClr val="F35529"/>
          </a:solidFill>
          <a:ln w="0">
            <a:solidFill>
              <a:srgbClr val="000000"/>
            </a:solidFill>
            <a:prstDash val="solid"/>
          </a:ln>
        </p:spPr>
        <p:txBody>
          <a:bodyPr lIns="91440" rIns="91440" tIns="45720" bIns="45720"/>
          <a:lstStyle>
            <a:defPPr>
              <a:defRPr>
                <a:solidFill>
                  <a:srgbClr val="F25911"/>
                </a:solidFill>
              </a:defRPr>
            </a:defPPr>
          </a:lstStyle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D7DD5373-CC3C-4DDF-AFB3-C171EAE68A3F}"/>
              </a:ext>
            </a:extLst>
          </p:cNvPr>
          <p:cNvSpPr>
            <a:spLocks noGrp="1"/>
          </p:cNvSpPr>
          <p:nvPr/>
        </p:nvSpPr>
        <p:spPr>
          <a:xfrm>
            <a:off x="9980470" y="486931"/>
            <a:ext cx="375053" cy="375053"/>
          </a:xfrm>
          <a:prstGeom prst="ellips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080AD0DA-A880-4C12-A4A9-B1E9F8FA2F9F}"/>
              </a:ext>
            </a:extLst>
          </p:cNvPr>
          <p:cNvSpPr>
            <a:spLocks noGrp="1"/>
          </p:cNvSpPr>
          <p:nvPr/>
        </p:nvSpPr>
        <p:spPr>
          <a:xfrm>
            <a:off x="9510167" y="486931"/>
            <a:ext cx="375053" cy="375053"/>
          </a:xfrm>
          <a:prstGeom prst="ellips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4CCFFE10-9ED7-4991-812D-E15716B39114}"/>
              </a:ext>
            </a:extLst>
          </p:cNvPr>
          <p:cNvSpPr>
            <a:spLocks noGrp="1"/>
          </p:cNvSpPr>
          <p:nvPr/>
        </p:nvSpPr>
        <p:spPr>
          <a:xfrm>
            <a:off x="10921076" y="486931"/>
            <a:ext cx="375053" cy="375053"/>
          </a:xfrm>
          <a:prstGeom prst="ellips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740F42A6-EBCA-4B24-A4A5-871B746DFC24}"/>
              </a:ext>
            </a:extLst>
          </p:cNvPr>
          <p:cNvSpPr>
            <a:spLocks noGrp="1"/>
          </p:cNvSpPr>
          <p:nvPr/>
        </p:nvSpPr>
        <p:spPr>
          <a:xfrm>
            <a:off x="11391379" y="486931"/>
            <a:ext cx="375053" cy="375053"/>
          </a:xfrm>
          <a:prstGeom prst="ellips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8" name="Typography is central to our visual identity, he…">
            <a:extLst>
              <a:ext uri="{FF2B5EF4-FFF2-40B4-BE49-F238E27FC236}">
                <a16:creationId xmlns:a16="http://schemas.microsoft.com/office/drawing/2014/main" id="{174EC530-E4B0-4196-81AC-8232C15B583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57963" y="5336912"/>
            <a:ext cx="4313708" cy="11887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 algn="l">
              <a:defRPr sz="1800" b="1">
                <a:solidFill>
                  <a:srgbClr val="FFFFFF">
                    <a:alpha val="50000"/>
                  </a:srgbClr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1800" b="1" i="0" u="none" baseline="0">
                <a:solidFill>
                  <a:srgbClr val="FFFFFF">
                    <a:alpha val="50000"/>
                  </a:srgbClr>
                </a:solidFill>
                <a:latin typeface="Helvetica Neue"/>
                <a:ea typeface="Helvetica Neue"/>
                <a:cs typeface="Helvetica Neue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sp>
        <p:nvSpPr>
          <p:cNvPr id="9" name="Helvetica">
            <a:extLst>
              <a:ext uri="{FF2B5EF4-FFF2-40B4-BE49-F238E27FC236}">
                <a16:creationId xmlns:a16="http://schemas.microsoft.com/office/drawing/2014/main" id="{15E11B17-E34D-4B0D-B810-B6E4F20E7EB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788953" y="2240280"/>
            <a:ext cx="8614093" cy="23774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 algn="ctr">
              <a:defRPr sz="15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lnSpc>
                <a:spcPct val="100000"/>
              </a:lnSpc>
              <a:defRPr sz="15000" b="1" i="0" u="none">
                <a:solidFill>
                  <a:srgbClr val="FFFFF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ctr">
              <a:lnSpc>
                <a:spcPct val="100000"/>
              </a:lnSpc>
            </a:pPr>
            <a:r>
              <a:rPr sz="15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Click to add title</a:t>
            </a:r>
          </a:p>
        </p:txBody>
      </p:sp>
    </p:spTree>
  </p:cSld>
  <p:clrMapOvr>
    <a:masterClrMapping/>
  </p:clrMapOvr>
</p:sldLayout>
</file>

<file path=ppt/slideLayouts/templat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Iconography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ography">
            <a:extLst>
              <a:ext uri="{FF2B5EF4-FFF2-40B4-BE49-F238E27FC236}">
                <a16:creationId xmlns:a16="http://schemas.microsoft.com/office/drawing/2014/main" id="{A35C06EE-6E0A-4E78-8880-5A9EFC28C3A7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352740" y="235984"/>
            <a:ext cx="3600768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 algn="ctr"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lnSpc>
                <a:spcPct val="100000"/>
              </a:lnSpc>
              <a:defRPr sz="4500" b="1" i="0" u="none">
                <a:solidFill>
                  <a:srgbClr val="FFFFF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ctr">
              <a:lnSpc>
                <a:spcPct val="100000"/>
              </a:lnSpc>
            </a:pPr>
            <a:r>
              <a: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Click to add title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6E2553D1-A69E-4C1A-9653-593BB224DC1B}"/>
              </a:ext>
            </a:extLst>
          </p:cNvPr>
          <p:cNvSpPr>
            <a:spLocks noGrp="1"/>
          </p:cNvSpPr>
          <p:nvPr/>
        </p:nvSpPr>
        <p:spPr>
          <a:xfrm>
            <a:off x="10921076" y="488812"/>
            <a:ext cx="375053" cy="375053"/>
          </a:xfrm>
          <a:prstGeom prst="ellipse">
            <a:avLst/>
          </a:prstGeom>
          <a:solidFill>
            <a:srgbClr val="F35529"/>
          </a:solidFill>
          <a:ln w="0">
            <a:solidFill>
              <a:srgbClr val="000000"/>
            </a:solidFill>
            <a:prstDash val="solid"/>
          </a:ln>
        </p:spPr>
        <p:txBody>
          <a:bodyPr lIns="91440" rIns="91440" tIns="45720" bIns="45720"/>
          <a:lstStyle>
            <a:defPPr>
              <a:defRPr>
                <a:solidFill>
                  <a:srgbClr val="F25911"/>
                </a:solidFill>
              </a:defRPr>
            </a:defPPr>
          </a:lstStyle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D7DD5373-CC3C-4DDF-AFB3-C171EAE68A3F}"/>
              </a:ext>
            </a:extLst>
          </p:cNvPr>
          <p:cNvSpPr>
            <a:spLocks noGrp="1"/>
          </p:cNvSpPr>
          <p:nvPr/>
        </p:nvSpPr>
        <p:spPr>
          <a:xfrm>
            <a:off x="9980470" y="482418"/>
            <a:ext cx="375053" cy="375053"/>
          </a:xfrm>
          <a:prstGeom prst="ellips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080AD0DA-A880-4C12-A4A9-B1E9F8FA2F9F}"/>
              </a:ext>
            </a:extLst>
          </p:cNvPr>
          <p:cNvSpPr>
            <a:spLocks noGrp="1"/>
          </p:cNvSpPr>
          <p:nvPr/>
        </p:nvSpPr>
        <p:spPr>
          <a:xfrm>
            <a:off x="10450773" y="482418"/>
            <a:ext cx="375053" cy="375053"/>
          </a:xfrm>
          <a:prstGeom prst="ellips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40F42A6-EBCA-4B24-A4A5-871B746DFC24}"/>
              </a:ext>
            </a:extLst>
          </p:cNvPr>
          <p:cNvSpPr>
            <a:spLocks noGrp="1"/>
          </p:cNvSpPr>
          <p:nvPr/>
        </p:nvSpPr>
        <p:spPr>
          <a:xfrm>
            <a:off x="11391379" y="482418"/>
            <a:ext cx="375053" cy="375053"/>
          </a:xfrm>
          <a:prstGeom prst="ellips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7" name="Our iconography uses simple, recognizable forms …">
            <a:extLst>
              <a:ext uri="{FF2B5EF4-FFF2-40B4-BE49-F238E27FC236}">
                <a16:creationId xmlns:a16="http://schemas.microsoft.com/office/drawing/2014/main" id="{174EC530-E4B0-4196-81AC-8232C15B5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4980" y="5336912"/>
            <a:ext cx="4313708" cy="11887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 algn="l">
              <a:defRPr sz="1800" b="1">
                <a:solidFill>
                  <a:srgbClr val="FFFFFF">
                    <a:alpha val="50000"/>
                  </a:srgbClr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1800" b="1" i="0" u="none" baseline="0">
                <a:solidFill>
                  <a:srgbClr val="FFFFFF">
                    <a:alpha val="50000"/>
                  </a:srgbClr>
                </a:solidFill>
                <a:latin typeface="Helvetica Neue"/>
                <a:ea typeface="Helvetica Neue"/>
                <a:cs typeface="Helvetica Neue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pic>
        <p:nvPicPr>
          <p:cNvPr id="8" name="sun.png">
            <a:extLst>
              <a:ext uri="{FF2B5EF4-FFF2-40B4-BE49-F238E27FC236}">
                <a16:creationId xmlns:a16="http://schemas.microsoft.com/office/drawing/2014/main" id="{C010B754-670F-4880-96E3-38514CFA97BF}"/>
              </a:ext>
            </a:extLst>
          </p:cNvPr>
          <p:cNvPicPr>
            <a:picLocks noChangeAspect="1"/>
          </p:cNvPicPr>
          <p:nvPr/>
        </p:nvPicPr>
        <p:blipFill>
          <a:blip r:embed="R353d2942164f4d3a"/>
          <a:stretch/>
        </p:blipFill>
        <p:spPr>
          <a:xfrm>
            <a:off x="9552503" y="2523674"/>
            <a:ext cx="1796335" cy="1796335"/>
          </a:xfrm>
          <a:prstGeom prst="rect">
            <a:avLst/>
          </a:prstGeom>
        </p:spPr>
      </p:pic>
      <p:pic>
        <p:nvPicPr>
          <p:cNvPr id="9" name="moon.png">
            <a:extLst>
              <a:ext uri="{FF2B5EF4-FFF2-40B4-BE49-F238E27FC236}">
                <a16:creationId xmlns:a16="http://schemas.microsoft.com/office/drawing/2014/main" id="{62F27E87-6657-4F83-9AB8-B8E0D457C1EB}"/>
              </a:ext>
            </a:extLst>
          </p:cNvPr>
          <p:cNvPicPr>
            <a:picLocks noChangeAspect="1"/>
          </p:cNvPicPr>
          <p:nvPr/>
        </p:nvPicPr>
        <p:blipFill>
          <a:blip r:embed="Rc1bc9cc2feaa4b12"/>
          <a:stretch/>
        </p:blipFill>
        <p:spPr>
          <a:xfrm>
            <a:off x="7375168" y="2530770"/>
            <a:ext cx="1796335" cy="1796335"/>
          </a:xfrm>
          <a:prstGeom prst="rect">
            <a:avLst/>
          </a:prstGeom>
        </p:spPr>
      </p:pic>
      <p:pic>
        <p:nvPicPr>
          <p:cNvPr id="10" name="earth.png">
            <a:extLst>
              <a:ext uri="{FF2B5EF4-FFF2-40B4-BE49-F238E27FC236}">
                <a16:creationId xmlns:a16="http://schemas.microsoft.com/office/drawing/2014/main" id="{3263F7CB-A491-409D-9249-1DABFBDAA94B}"/>
              </a:ext>
            </a:extLst>
          </p:cNvPr>
          <p:cNvPicPr>
            <a:picLocks noChangeAspect="1"/>
          </p:cNvPicPr>
          <p:nvPr/>
        </p:nvPicPr>
        <p:blipFill>
          <a:blip r:embed="Ra11683c5d2b8414e"/>
          <a:stretch/>
        </p:blipFill>
        <p:spPr>
          <a:xfrm>
            <a:off x="843163" y="2523674"/>
            <a:ext cx="1796335" cy="1796335"/>
          </a:xfrm>
          <a:prstGeom prst="rect">
            <a:avLst/>
          </a:prstGeom>
        </p:spPr>
      </p:pic>
      <p:pic>
        <p:nvPicPr>
          <p:cNvPr id="11" name="rocket.png">
            <a:extLst>
              <a:ext uri="{FF2B5EF4-FFF2-40B4-BE49-F238E27FC236}">
                <a16:creationId xmlns:a16="http://schemas.microsoft.com/office/drawing/2014/main" id="{1485F95E-8C41-47AA-8468-56E803AE07F3}"/>
              </a:ext>
            </a:extLst>
          </p:cNvPr>
          <p:cNvPicPr>
            <a:picLocks noChangeAspect="1"/>
          </p:cNvPicPr>
          <p:nvPr/>
        </p:nvPicPr>
        <p:blipFill>
          <a:blip r:embed="R34eac73b4b0446b8"/>
          <a:stretch/>
        </p:blipFill>
        <p:spPr>
          <a:xfrm>
            <a:off x="5197833" y="2530833"/>
            <a:ext cx="1796335" cy="1796335"/>
          </a:xfrm>
          <a:prstGeom prst="rect">
            <a:avLst/>
          </a:prstGeom>
        </p:spPr>
      </p:pic>
      <p:pic>
        <p:nvPicPr>
          <p:cNvPr id="12" name="telescope.png">
            <a:extLst>
              <a:ext uri="{FF2B5EF4-FFF2-40B4-BE49-F238E27FC236}">
                <a16:creationId xmlns:a16="http://schemas.microsoft.com/office/drawing/2014/main" id="{0C7E36F2-B4C6-457C-BA76-A21AFFF14AE9}"/>
              </a:ext>
            </a:extLst>
          </p:cNvPr>
          <p:cNvPicPr>
            <a:picLocks noChangeAspect="1"/>
          </p:cNvPicPr>
          <p:nvPr/>
        </p:nvPicPr>
        <p:blipFill>
          <a:blip r:embed="R15b9cd0d319549ff"/>
          <a:stretch/>
        </p:blipFill>
        <p:spPr>
          <a:xfrm>
            <a:off x="3020498" y="2523674"/>
            <a:ext cx="1796335" cy="1796335"/>
          </a:xfrm>
          <a:prstGeom prst="rect">
            <a:avLst/>
          </a:prstGeom>
        </p:spPr>
      </p:pic>
      <p:sp>
        <p:nvSpPr>
          <p:cNvPr id="13" name="">
            <a:extLst>
              <a:ext uri="{FF2B5EF4-FFF2-40B4-BE49-F238E27FC236}">
                <a16:creationId xmlns:a16="http://schemas.microsoft.com/office/drawing/2014/main" id="{542A8EDB-AAB1-4C7D-A966-A9840FD1395C}"/>
              </a:ext>
            </a:extLst>
          </p:cNvPr>
          <p:cNvSpPr>
            <a:spLocks noGrp="1"/>
          </p:cNvSpPr>
          <p:nvPr/>
        </p:nvSpPr>
        <p:spPr>
          <a:xfrm>
            <a:off x="9511307" y="482418"/>
            <a:ext cx="375053" cy="375053"/>
          </a:xfrm>
          <a:prstGeom prst="ellips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</p:spTree>
  </p:cSld>
  <p:clrMapOvr>
    <a:masterClrMapping/>
  </p:clrMapOvr>
</p:sldLayout>
</file>

<file path=ppt/slideLayouts/templat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Photography Gallery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otography">
            <a:extLst>
              <a:ext uri="{FF2B5EF4-FFF2-40B4-BE49-F238E27FC236}">
                <a16:creationId xmlns:a16="http://schemas.microsoft.com/office/drawing/2014/main" id="{A35C06EE-6E0A-4E78-8880-5A9EFC28C3A7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352740" y="235984"/>
            <a:ext cx="3686493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 algn="ctr"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lnSpc>
                <a:spcPct val="100000"/>
              </a:lnSpc>
              <a:defRPr sz="4500" b="1" i="0" u="none">
                <a:solidFill>
                  <a:srgbClr val="FFFFF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ctr">
              <a:lnSpc>
                <a:spcPct val="100000"/>
              </a:lnSpc>
            </a:pPr>
            <a:r>
              <a: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Click to add title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6E2553D1-A69E-4C1A-9653-593BB224DC1B}"/>
              </a:ext>
            </a:extLst>
          </p:cNvPr>
          <p:cNvSpPr>
            <a:spLocks noGrp="1"/>
          </p:cNvSpPr>
          <p:nvPr/>
        </p:nvSpPr>
        <p:spPr>
          <a:xfrm>
            <a:off x="11391379" y="483151"/>
            <a:ext cx="375053" cy="375053"/>
          </a:xfrm>
          <a:prstGeom prst="ellipse">
            <a:avLst/>
          </a:prstGeom>
          <a:solidFill>
            <a:srgbClr val="F35529"/>
          </a:solidFill>
          <a:ln w="0">
            <a:solidFill>
              <a:srgbClr val="000000"/>
            </a:solidFill>
            <a:prstDash val="solid"/>
          </a:ln>
        </p:spPr>
        <p:txBody>
          <a:bodyPr lIns="91440" rIns="91440" tIns="45720" bIns="45720"/>
          <a:lstStyle>
            <a:defPPr>
              <a:defRPr>
                <a:solidFill>
                  <a:srgbClr val="F25911"/>
                </a:solidFill>
              </a:defRPr>
            </a:defPPr>
          </a:lstStyle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D7DD5373-CC3C-4DDF-AFB3-C171EAE68A3F}"/>
              </a:ext>
            </a:extLst>
          </p:cNvPr>
          <p:cNvSpPr>
            <a:spLocks noGrp="1"/>
          </p:cNvSpPr>
          <p:nvPr/>
        </p:nvSpPr>
        <p:spPr>
          <a:xfrm>
            <a:off x="9980470" y="482418"/>
            <a:ext cx="375053" cy="375053"/>
          </a:xfrm>
          <a:prstGeom prst="ellips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080AD0DA-A880-4C12-A4A9-B1E9F8FA2F9F}"/>
              </a:ext>
            </a:extLst>
          </p:cNvPr>
          <p:cNvSpPr>
            <a:spLocks noGrp="1"/>
          </p:cNvSpPr>
          <p:nvPr/>
        </p:nvSpPr>
        <p:spPr>
          <a:xfrm>
            <a:off x="10450773" y="482418"/>
            <a:ext cx="375053" cy="375053"/>
          </a:xfrm>
          <a:prstGeom prst="ellips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4CCFFE10-9ED7-4991-812D-E15716B39114}"/>
              </a:ext>
            </a:extLst>
          </p:cNvPr>
          <p:cNvSpPr>
            <a:spLocks noGrp="1"/>
          </p:cNvSpPr>
          <p:nvPr/>
        </p:nvSpPr>
        <p:spPr>
          <a:xfrm>
            <a:off x="10921076" y="482418"/>
            <a:ext cx="375053" cy="375053"/>
          </a:xfrm>
          <a:prstGeom prst="ellips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7" name="Our photography captures the wonder of the unive…">
            <a:extLst>
              <a:ext uri="{FF2B5EF4-FFF2-40B4-BE49-F238E27FC236}">
                <a16:creationId xmlns:a16="http://schemas.microsoft.com/office/drawing/2014/main" id="{174EC530-E4B0-4196-81AC-8232C15B5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4980" y="5336912"/>
            <a:ext cx="4313708" cy="11887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 algn="l">
              <a:defRPr sz="1800" b="1">
                <a:solidFill>
                  <a:srgbClr val="FFFFFF">
                    <a:alpha val="50000"/>
                  </a:srgbClr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1800" b="1" i="0" u="none" baseline="0">
                <a:solidFill>
                  <a:srgbClr val="FFFFFF">
                    <a:alpha val="50000"/>
                  </a:srgbClr>
                </a:solidFill>
                <a:latin typeface="Helvetica Neue"/>
                <a:ea typeface="Helvetica Neue"/>
                <a:cs typeface="Helvetica Neue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826DFC23-4D2E-4390-BA9B-A45AE133A3C8}"/>
              </a:ext>
            </a:extLst>
          </p:cNvPr>
          <p:cNvSpPr>
            <a:spLocks noGrp="1"/>
          </p:cNvSpPr>
          <p:nvPr/>
        </p:nvSpPr>
        <p:spPr>
          <a:xfrm>
            <a:off x="9511307" y="482418"/>
            <a:ext cx="375053" cy="375053"/>
          </a:xfrm>
          <a:prstGeom prst="ellips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9" name="Picture 3"/>
          <p:cNvSpPr>
            <a:spLocks noGrp="1"/>
          </p:cNvSpPr>
          <p:nvPr>
            <p:ph type="pic" idx="2"/>
          </p:nvPr>
        </p:nvSpPr>
        <p:spPr>
          <a:xfrm>
            <a:off x="1086887" y="1777365"/>
            <a:ext cx="3137167" cy="292227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Picture 4"/>
          <p:cNvSpPr>
            <a:spLocks noGrp="1"/>
          </p:cNvSpPr>
          <p:nvPr>
            <p:ph type="pic" idx="3"/>
          </p:nvPr>
        </p:nvSpPr>
        <p:spPr>
          <a:xfrm>
            <a:off x="4634865" y="1777365"/>
            <a:ext cx="2922271" cy="292227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Picture 5"/>
          <p:cNvSpPr>
            <a:spLocks noGrp="1"/>
          </p:cNvSpPr>
          <p:nvPr>
            <p:ph type="pic" idx="4"/>
          </p:nvPr>
        </p:nvSpPr>
        <p:spPr>
          <a:xfrm>
            <a:off x="7967947" y="1784036"/>
            <a:ext cx="2863826" cy="292227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templateMaster.xml.rels><?xml version='1.0' encoding='UTF-8' standalone='yes'?>
<Relationships xmlns="http://schemas.openxmlformats.org/package/2006/relationships"><Relationship Id="rTemplateTheme" Type="http://schemas.openxmlformats.org/officeDocument/2006/relationships/theme" Target="../theme/templateTheme.xml"/><Relationship Id="rTemplateLayout1" Type="http://schemas.openxmlformats.org/officeDocument/2006/relationships/slideLayout" Target="../slideLayouts/templateLayout1.xml"/><Relationship Id="rTemplateLayout2" Type="http://schemas.openxmlformats.org/officeDocument/2006/relationships/slideLayout" Target="../slideLayouts/templateLayout2.xml"/><Relationship Id="rTemplateLayout3" Type="http://schemas.openxmlformats.org/officeDocument/2006/relationships/slideLayout" Target="../slideLayouts/templateLayout3.xml"/><Relationship Id="rTemplateLayout4" Type="http://schemas.openxmlformats.org/officeDocument/2006/relationships/slideLayout" Target="../slideLayouts/templateLayout4.xml"/><Relationship Id="rTemplateLayout5" Type="http://schemas.openxmlformats.org/officeDocument/2006/relationships/slideLayout" Target="../slideLayouts/templateLayout5.xml"/><Relationship Id="rTemplateLayout6" Type="http://schemas.openxmlformats.org/officeDocument/2006/relationships/slideLayout" Target="../slideLayouts/templateLayout6.xml"/></Relationships>
</file>

<file path=ppt/slideMasters/templateMaster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Brand Guidelines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00" name="Master Title">
            <a:extLst>
              <a:ext uri="{FF2B5EF4-FFF2-40B4-BE49-F238E27FC236}">
                <a16:creationId xmlns:a16="http://schemas.microsoft.com/office/drawing/2014/main" id="{15E11B17-E34D-4B0D-B810-B6E4F20E7EB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788953" y="2240280"/>
            <a:ext cx="8614093" cy="23774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 algn="ctr">
              <a:defRPr sz="15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lnSpc>
                <a:spcPct val="100000"/>
              </a:lnSpc>
              <a:defRPr sz="15000" b="1" i="0" u="none">
                <a:solidFill>
                  <a:srgbClr val="FFFFF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ctr">
              <a:lnSpc>
                <a:spcPct val="100000"/>
              </a:lnSpc>
            </a:pPr>
            <a:r>
              <a:rPr sz="15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Click to add title</a:t>
            </a:r>
          </a:p>
        </p:txBody>
      </p:sp>
      <p:sp>
        <p:nvSpPr>
          <p:cNvPr id="900001" name="Master Body">
            <a:extLst>
              <a:ext uri="{FF2B5EF4-FFF2-40B4-BE49-F238E27FC236}">
                <a16:creationId xmlns:a16="http://schemas.microsoft.com/office/drawing/2014/main" id="{174EC530-E4B0-4196-81AC-8232C15B5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963" y="5336912"/>
            <a:ext cx="4313708" cy="11887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 algn="l">
              <a:defRPr sz="1800" b="1">
                <a:solidFill>
                  <a:srgbClr val="FFFFFF">
                    <a:alpha val="50000"/>
                  </a:srgbClr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1800" b="1" i="0" u="none" spc="0" baseline="0">
                <a:solidFill>
                  <a:srgbClr val="FFFFFF">
                    <a:alpha val="100000"/>
                  </a:srgbClr>
                </a:solidFill>
                <a:highlight>
                  <a:srgbClr val="000000">
                    <a:alpha val="0"/>
                  </a:srgbClr>
                </a:highlight>
                <a:latin typeface="Helvetica Neue"/>
                <a:ea typeface="Helvetica Neue"/>
                <a:cs typeface="Helvetica Neue"/>
              </a:defRPr>
            </a:lvl1pPr>
          </a:lstStyle>
          <a:p>
            <a:pPr algn="l">
              <a:lnSpc>
                <a:spcPct val="100000"/>
              </a:lnSpc>
            </a:pPr>
            <a:r>
              <a:rPr sz="1800" b="1" i="0" u="none" spc="0" baseline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Helvetica Neue"/>
                <a:ea typeface="Helvetica Neue"/>
                <a:cs typeface="Helvetica Neue"/>
              </a:rPr>
              <a:t>Click to add 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TemplateLayout1"/>
    <p:sldLayoutId id="2147483650" r:id="rTemplateLayout2"/>
    <p:sldLayoutId id="2147483651" r:id="rTemplateLayout3"/>
    <p:sldLayoutId id="2147483652" r:id="rTemplateLayout4"/>
    <p:sldLayoutId id="2147483653" r:id="rTemplateLayout5"/>
    <p:sldLayoutId id="2147483654" r:id="rTemplateLayout6"/>
  </p:sldLayoutIdLst>
  <p:hf hdr="0" ftr="0" dt="0" sldNum="0"/>
  <p:txStyles>
    <p:titleStyle>
      <a:lvl1pPr marL="0" indent="0" algn="l" defTabSz="914400" rtl="0" eaLnBrk="1" latinLnBrk="0" hangingPunct="1">
        <a:defRPr sz="15000" b="1" i="0" u="none">
          <a:solidFill>
            <a:srgbClr val="FFFFFF">
              <a:alpha val="100000"/>
            </a:srgbClr>
          </a:solidFill>
          <a:latin typeface="Helvetica Neue"/>
          <a:ea typeface="Helvetica Neue"/>
          <a:cs typeface="Helvetica Neue"/>
        </a:defRPr>
      </a:lvl1pPr>
      <a:lvl2pPr marL="0" indent="0" algn="l" defTabSz="914400" rtl="0" eaLnBrk="1" latinLnBrk="0" hangingPunct="1">
        <a:defRPr sz="15000" b="1" i="0" u="none">
          <a:solidFill>
            <a:srgbClr val="FFFFFF">
              <a:alpha val="100000"/>
            </a:srgbClr>
          </a:solidFill>
          <a:latin typeface="Helvetica Neue"/>
          <a:ea typeface="Helvetica Neue"/>
          <a:cs typeface="Helvetica Neue"/>
        </a:defRPr>
      </a:lvl2pPr>
      <a:lvl3pPr marL="0" indent="0" algn="l" defTabSz="914400" rtl="0" eaLnBrk="1" latinLnBrk="0" hangingPunct="1">
        <a:defRPr sz="15000" b="1" i="0" u="none">
          <a:solidFill>
            <a:srgbClr val="FFFFFF">
              <a:alpha val="100000"/>
            </a:srgbClr>
          </a:solidFill>
          <a:latin typeface="Helvetica Neue"/>
          <a:ea typeface="Helvetica Neue"/>
          <a:cs typeface="Helvetica Neue"/>
        </a:defRPr>
      </a:lvl3pPr>
      <a:lvl4pPr marL="0" indent="0" algn="l" defTabSz="914400" rtl="0" eaLnBrk="1" latinLnBrk="0" hangingPunct="1">
        <a:defRPr sz="15000" b="1" i="0" u="none">
          <a:solidFill>
            <a:srgbClr val="FFFFFF">
              <a:alpha val="100000"/>
            </a:srgbClr>
          </a:solidFill>
          <a:latin typeface="Helvetica Neue"/>
          <a:ea typeface="Helvetica Neue"/>
          <a:cs typeface="Helvetica Neue"/>
        </a:defRPr>
      </a:lvl4pPr>
      <a:lvl5pPr marL="0" indent="0" algn="l" defTabSz="914400" rtl="0" eaLnBrk="1" latinLnBrk="0" hangingPunct="1">
        <a:defRPr sz="15000" b="1" i="0" u="none">
          <a:solidFill>
            <a:srgbClr val="FFFFFF">
              <a:alpha val="100000"/>
            </a:srgbClr>
          </a:solidFill>
          <a:latin typeface="Helvetica Neue"/>
          <a:ea typeface="Helvetica Neue"/>
          <a:cs typeface="Helvetica Neue"/>
        </a:defRPr>
      </a:lvl5pPr>
      <a:lvl6pPr marL="0" indent="0" algn="l" defTabSz="914400" rtl="0" eaLnBrk="1" latinLnBrk="0" hangingPunct="1">
        <a:defRPr sz="15000" b="1" i="0" u="none">
          <a:solidFill>
            <a:srgbClr val="FFFFFF">
              <a:alpha val="100000"/>
            </a:srgbClr>
          </a:solidFill>
          <a:latin typeface="Helvetica Neue"/>
          <a:ea typeface="Helvetica Neue"/>
          <a:cs typeface="Helvetica Neue"/>
        </a:defRPr>
      </a:lvl6pPr>
      <a:lvl7pPr marL="0" indent="0" algn="l" defTabSz="914400" rtl="0" eaLnBrk="1" latinLnBrk="0" hangingPunct="1">
        <a:defRPr sz="15000" b="1" i="0" u="none">
          <a:solidFill>
            <a:srgbClr val="FFFFFF">
              <a:alpha val="100000"/>
            </a:srgbClr>
          </a:solidFill>
          <a:latin typeface="Helvetica Neue"/>
          <a:ea typeface="Helvetica Neue"/>
          <a:cs typeface="Helvetica Neue"/>
        </a:defRPr>
      </a:lvl7pPr>
      <a:lvl8pPr marL="0" indent="0" algn="l" defTabSz="914400" rtl="0" eaLnBrk="1" latinLnBrk="0" hangingPunct="1">
        <a:defRPr sz="15000" b="1" i="0" u="none">
          <a:solidFill>
            <a:srgbClr val="FFFFFF">
              <a:alpha val="100000"/>
            </a:srgbClr>
          </a:solidFill>
          <a:latin typeface="Helvetica Neue"/>
          <a:ea typeface="Helvetica Neue"/>
          <a:cs typeface="Helvetica Neue"/>
        </a:defRPr>
      </a:lvl8pPr>
      <a:lvl9pPr marL="0" indent="0" algn="l" defTabSz="914400" rtl="0" eaLnBrk="1" latinLnBrk="0" hangingPunct="1">
        <a:defRPr sz="15000" b="1" i="0" u="none">
          <a:solidFill>
            <a:srgbClr val="FFFFFF">
              <a:alpha val="100000"/>
            </a:srgbClr>
          </a:solidFill>
          <a:latin typeface="Helvetica Neue"/>
          <a:ea typeface="Helvetica Neue"/>
          <a:cs typeface="Helvetica Neue"/>
        </a:defRPr>
      </a:lvl9pPr>
    </p:titleStyle>
    <p:bodyStyle>
      <a:lvl1pPr marL="0" indent="0" algn="l" defTabSz="914400" rtl="0" eaLnBrk="1" latinLnBrk="0" hangingPunct="1">
        <a:defRPr sz="1800" b="1" i="0" u="none" spc="0" baseline="0">
          <a:solidFill>
            <a:srgbClr val="FFFFFF">
              <a:alpha val="100000"/>
            </a:srgbClr>
          </a:solidFill>
          <a:highlight>
            <a:srgbClr val="000000">
              <a:alpha val="0"/>
            </a:srgbClr>
          </a:highlight>
          <a:latin typeface="Helvetica Neue"/>
          <a:ea typeface="Helvetica Neue"/>
          <a:cs typeface="Helvetica Neue"/>
        </a:defRPr>
      </a:lvl1pPr>
      <a:lvl2pPr marL="0" indent="0" algn="l" defTabSz="914400" rtl="0" eaLnBrk="1" latinLnBrk="0" hangingPunct="1">
        <a:defRPr sz="1800" b="1" i="0" u="none" spc="0" baseline="0">
          <a:solidFill>
            <a:srgbClr val="FFFFFF">
              <a:alpha val="100000"/>
            </a:srgbClr>
          </a:solidFill>
          <a:highlight>
            <a:srgbClr val="000000">
              <a:alpha val="0"/>
            </a:srgbClr>
          </a:highlight>
          <a:latin typeface="Helvetica Neue"/>
          <a:ea typeface="Helvetica Neue"/>
          <a:cs typeface="Helvetica Neue"/>
        </a:defRPr>
      </a:lvl2pPr>
      <a:lvl3pPr marL="0" indent="0" algn="l" defTabSz="914400" rtl="0" eaLnBrk="1" latinLnBrk="0" hangingPunct="1">
        <a:defRPr sz="1800" b="1" i="0" u="none" spc="0" baseline="0">
          <a:solidFill>
            <a:srgbClr val="FFFFFF">
              <a:alpha val="100000"/>
            </a:srgbClr>
          </a:solidFill>
          <a:highlight>
            <a:srgbClr val="000000">
              <a:alpha val="0"/>
            </a:srgbClr>
          </a:highlight>
          <a:latin typeface="Helvetica Neue"/>
          <a:ea typeface="Helvetica Neue"/>
          <a:cs typeface="Helvetica Neue"/>
        </a:defRPr>
      </a:lvl3pPr>
      <a:lvl4pPr marL="0" indent="0" algn="l" defTabSz="914400" rtl="0" eaLnBrk="1" latinLnBrk="0" hangingPunct="1">
        <a:defRPr sz="1800" b="1" i="0" u="none" spc="0" baseline="0">
          <a:solidFill>
            <a:srgbClr val="FFFFFF">
              <a:alpha val="100000"/>
            </a:srgbClr>
          </a:solidFill>
          <a:highlight>
            <a:srgbClr val="000000">
              <a:alpha val="0"/>
            </a:srgbClr>
          </a:highlight>
          <a:latin typeface="Helvetica Neue"/>
          <a:ea typeface="Helvetica Neue"/>
          <a:cs typeface="Helvetica Neue"/>
        </a:defRPr>
      </a:lvl4pPr>
      <a:lvl5pPr marL="0" indent="0" algn="l" defTabSz="914400" rtl="0" eaLnBrk="1" latinLnBrk="0" hangingPunct="1">
        <a:defRPr sz="1800" b="1" i="0" u="none" spc="0" baseline="0">
          <a:solidFill>
            <a:srgbClr val="FFFFFF">
              <a:alpha val="100000"/>
            </a:srgbClr>
          </a:solidFill>
          <a:highlight>
            <a:srgbClr val="000000">
              <a:alpha val="0"/>
            </a:srgbClr>
          </a:highlight>
          <a:latin typeface="Helvetica Neue"/>
          <a:ea typeface="Helvetica Neue"/>
          <a:cs typeface="Helvetica Neue"/>
        </a:defRPr>
      </a:lvl5pPr>
      <a:lvl6pPr marL="0" indent="0" algn="l" defTabSz="914400" rtl="0" eaLnBrk="1" latinLnBrk="0" hangingPunct="1">
        <a:defRPr sz="1800" b="1" i="0" u="none" spc="0" baseline="0">
          <a:solidFill>
            <a:srgbClr val="FFFFFF">
              <a:alpha val="100000"/>
            </a:srgbClr>
          </a:solidFill>
          <a:highlight>
            <a:srgbClr val="000000">
              <a:alpha val="0"/>
            </a:srgbClr>
          </a:highlight>
          <a:latin typeface="Helvetica Neue"/>
          <a:ea typeface="Helvetica Neue"/>
          <a:cs typeface="Helvetica Neue"/>
        </a:defRPr>
      </a:lvl6pPr>
      <a:lvl7pPr marL="0" indent="0" algn="l" defTabSz="914400" rtl="0" eaLnBrk="1" latinLnBrk="0" hangingPunct="1">
        <a:defRPr sz="1800" b="1" i="0" u="none" spc="0" baseline="0">
          <a:solidFill>
            <a:srgbClr val="FFFFFF">
              <a:alpha val="100000"/>
            </a:srgbClr>
          </a:solidFill>
          <a:highlight>
            <a:srgbClr val="000000">
              <a:alpha val="0"/>
            </a:srgbClr>
          </a:highlight>
          <a:latin typeface="Helvetica Neue"/>
          <a:ea typeface="Helvetica Neue"/>
          <a:cs typeface="Helvetica Neue"/>
        </a:defRPr>
      </a:lvl7pPr>
      <a:lvl8pPr marL="0" indent="0" algn="l" defTabSz="914400" rtl="0" eaLnBrk="1" latinLnBrk="0" hangingPunct="1">
        <a:defRPr sz="1800" b="1" i="0" u="none" spc="0" baseline="0">
          <a:solidFill>
            <a:srgbClr val="FFFFFF">
              <a:alpha val="100000"/>
            </a:srgbClr>
          </a:solidFill>
          <a:highlight>
            <a:srgbClr val="000000">
              <a:alpha val="0"/>
            </a:srgbClr>
          </a:highlight>
          <a:latin typeface="Helvetica Neue"/>
          <a:ea typeface="Helvetica Neue"/>
          <a:cs typeface="Helvetica Neue"/>
        </a:defRPr>
      </a:lvl8pPr>
      <a:lvl9pPr marL="0" indent="0" algn="l" defTabSz="914400" rtl="0" eaLnBrk="1" latinLnBrk="0" hangingPunct="1">
        <a:defRPr sz="1800" b="1" i="0" u="none" spc="0" baseline="0">
          <a:solidFill>
            <a:srgbClr val="FFFFFF">
              <a:alpha val="100000"/>
            </a:srgbClr>
          </a:solidFill>
          <a:highlight>
            <a:srgbClr val="000000">
              <a:alpha val="0"/>
            </a:srgbClr>
          </a:highlight>
          <a:latin typeface="Helvetica Neue"/>
          <a:ea typeface="Helvetica Neue"/>
          <a:cs typeface="Helvetica Neue"/>
        </a:defRPr>
      </a:lvl9pPr>
    </p:bodyStyle>
    <p:otherStyle>
      <a:lvl1pPr marL="0" indent="0" algn="l" defTabSz="914400" rtl="0" eaLnBrk="1" latinLnBrk="0" hangingPunct="1">
        <a:defRPr sz="1800" b="1" i="0" u="none" spc="0" baseline="0">
          <a:solidFill>
            <a:srgbClr val="FFFFFF">
              <a:alpha val="100000"/>
            </a:srgbClr>
          </a:solidFill>
          <a:highlight>
            <a:srgbClr val="000000">
              <a:alpha val="0"/>
            </a:srgbClr>
          </a:highlight>
          <a:latin typeface="Helvetica Neue"/>
          <a:ea typeface="Helvetica Neue"/>
          <a:cs typeface="Helvetica Neue"/>
        </a:defRPr>
      </a:lvl1pPr>
      <a:lvl2pPr marL="0" indent="0" algn="l" defTabSz="914400" rtl="0" eaLnBrk="1" latinLnBrk="0" hangingPunct="1">
        <a:defRPr sz="1800" b="1" i="0" u="none" spc="0" baseline="0">
          <a:solidFill>
            <a:srgbClr val="FFFFFF">
              <a:alpha val="100000"/>
            </a:srgbClr>
          </a:solidFill>
          <a:highlight>
            <a:srgbClr val="000000">
              <a:alpha val="0"/>
            </a:srgbClr>
          </a:highlight>
          <a:latin typeface="Helvetica Neue"/>
          <a:ea typeface="Helvetica Neue"/>
          <a:cs typeface="Helvetica Neue"/>
        </a:defRPr>
      </a:lvl2pPr>
      <a:lvl3pPr marL="0" indent="0" algn="l" defTabSz="914400" rtl="0" eaLnBrk="1" latinLnBrk="0" hangingPunct="1">
        <a:defRPr sz="1800" b="1" i="0" u="none" spc="0" baseline="0">
          <a:solidFill>
            <a:srgbClr val="FFFFFF">
              <a:alpha val="100000"/>
            </a:srgbClr>
          </a:solidFill>
          <a:highlight>
            <a:srgbClr val="000000">
              <a:alpha val="0"/>
            </a:srgbClr>
          </a:highlight>
          <a:latin typeface="Helvetica Neue"/>
          <a:ea typeface="Helvetica Neue"/>
          <a:cs typeface="Helvetica Neue"/>
        </a:defRPr>
      </a:lvl3pPr>
      <a:lvl4pPr marL="0" indent="0" algn="l" defTabSz="914400" rtl="0" eaLnBrk="1" latinLnBrk="0" hangingPunct="1">
        <a:defRPr sz="1800" b="1" i="0" u="none" spc="0" baseline="0">
          <a:solidFill>
            <a:srgbClr val="FFFFFF">
              <a:alpha val="100000"/>
            </a:srgbClr>
          </a:solidFill>
          <a:highlight>
            <a:srgbClr val="000000">
              <a:alpha val="0"/>
            </a:srgbClr>
          </a:highlight>
          <a:latin typeface="Helvetica Neue"/>
          <a:ea typeface="Helvetica Neue"/>
          <a:cs typeface="Helvetica Neue"/>
        </a:defRPr>
      </a:lvl4pPr>
      <a:lvl5pPr marL="0" indent="0" algn="l" defTabSz="914400" rtl="0" eaLnBrk="1" latinLnBrk="0" hangingPunct="1">
        <a:defRPr sz="1800" b="1" i="0" u="none" spc="0" baseline="0">
          <a:solidFill>
            <a:srgbClr val="FFFFFF">
              <a:alpha val="100000"/>
            </a:srgbClr>
          </a:solidFill>
          <a:highlight>
            <a:srgbClr val="000000">
              <a:alpha val="0"/>
            </a:srgbClr>
          </a:highlight>
          <a:latin typeface="Helvetica Neue"/>
          <a:ea typeface="Helvetica Neue"/>
          <a:cs typeface="Helvetica Neue"/>
        </a:defRPr>
      </a:lvl5pPr>
      <a:lvl6pPr marL="0" indent="0" algn="l" defTabSz="914400" rtl="0" eaLnBrk="1" latinLnBrk="0" hangingPunct="1">
        <a:defRPr sz="1800" b="1" i="0" u="none" spc="0" baseline="0">
          <a:solidFill>
            <a:srgbClr val="FFFFFF">
              <a:alpha val="100000"/>
            </a:srgbClr>
          </a:solidFill>
          <a:highlight>
            <a:srgbClr val="000000">
              <a:alpha val="0"/>
            </a:srgbClr>
          </a:highlight>
          <a:latin typeface="Helvetica Neue"/>
          <a:ea typeface="Helvetica Neue"/>
          <a:cs typeface="Helvetica Neue"/>
        </a:defRPr>
      </a:lvl6pPr>
      <a:lvl7pPr marL="0" indent="0" algn="l" defTabSz="914400" rtl="0" eaLnBrk="1" latinLnBrk="0" hangingPunct="1">
        <a:defRPr sz="1800" b="1" i="0" u="none" spc="0" baseline="0">
          <a:solidFill>
            <a:srgbClr val="FFFFFF">
              <a:alpha val="100000"/>
            </a:srgbClr>
          </a:solidFill>
          <a:highlight>
            <a:srgbClr val="000000">
              <a:alpha val="0"/>
            </a:srgbClr>
          </a:highlight>
          <a:latin typeface="Helvetica Neue"/>
          <a:ea typeface="Helvetica Neue"/>
          <a:cs typeface="Helvetica Neue"/>
        </a:defRPr>
      </a:lvl7pPr>
      <a:lvl8pPr marL="0" indent="0" algn="l" defTabSz="914400" rtl="0" eaLnBrk="1" latinLnBrk="0" hangingPunct="1">
        <a:defRPr sz="1800" b="1" i="0" u="none" spc="0" baseline="0">
          <a:solidFill>
            <a:srgbClr val="FFFFFF">
              <a:alpha val="100000"/>
            </a:srgbClr>
          </a:solidFill>
          <a:highlight>
            <a:srgbClr val="000000">
              <a:alpha val="0"/>
            </a:srgbClr>
          </a:highlight>
          <a:latin typeface="Helvetica Neue"/>
          <a:ea typeface="Helvetica Neue"/>
          <a:cs typeface="Helvetica Neue"/>
        </a:defRPr>
      </a:lvl8pPr>
      <a:lvl9pPr marL="0" indent="0" algn="l" defTabSz="914400" rtl="0" eaLnBrk="1" latinLnBrk="0" hangingPunct="1">
        <a:defRPr sz="1800" b="1" i="0" u="none" spc="0" baseline="0">
          <a:solidFill>
            <a:srgbClr val="FFFFFF">
              <a:alpha val="100000"/>
            </a:srgbClr>
          </a:solidFill>
          <a:highlight>
            <a:srgbClr val="000000">
              <a:alpha val="0"/>
            </a:srgbClr>
          </a:highlight>
          <a:latin typeface="Helvetica Neue"/>
          <a:ea typeface="Helvetica Neue"/>
          <a:cs typeface="Helvetica Neue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notesSlide" Target="../notesSlides/notesSlide1.xml" Id="R82b57684ccfd49f9"/><Relationship Id="rTemplateLayout" Type="http://schemas.openxmlformats.org/officeDocument/2006/relationships/slideLayout" Target="../slideLayouts/templateLayout1.xml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notesSlide" Target="../notesSlides/notesSlide2.xml" Id="R24b408b684ab4d13"/><Relationship Id="rTemplateLayout" Type="http://schemas.openxmlformats.org/officeDocument/2006/relationships/slideLayout" Target="../slideLayouts/templateLayout2.xml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image" Target="../media/image.png" Id="R0179cdb34e934895"/><Relationship Type="http://schemas.openxmlformats.org/officeDocument/2006/relationships/notesSlide" Target="../notesSlides/notesSlide3.xml" Id="Rdd5d95044c334ce6"/><Relationship Id="rTemplateLayout" Type="http://schemas.openxmlformats.org/officeDocument/2006/relationships/slideLayout" Target="../slideLayouts/templateLayout3.xml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notesSlide" Target="../notesSlides/notesSlide4.xml" Id="R55a6574ff4b240e7"/><Relationship Id="rTemplateLayout" Type="http://schemas.openxmlformats.org/officeDocument/2006/relationships/slideLayout" Target="../slideLayouts/templateLayout4.xml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image" Target="../media/image2.png" Id="R353d2942164f4d3a"/><Relationship Type="http://schemas.openxmlformats.org/officeDocument/2006/relationships/image" Target="../media/image3.png" Id="Rc1bc9cc2feaa4b12"/><Relationship Type="http://schemas.openxmlformats.org/officeDocument/2006/relationships/image" Target="../media/image4.png" Id="Ra11683c5d2b8414e"/><Relationship Type="http://schemas.openxmlformats.org/officeDocument/2006/relationships/image" Target="../media/image5.png" Id="R34eac73b4b0446b8"/><Relationship Type="http://schemas.openxmlformats.org/officeDocument/2006/relationships/image" Target="../media/image6.png" Id="R15b9cd0d319549ff"/><Relationship Type="http://schemas.openxmlformats.org/officeDocument/2006/relationships/notesSlide" Target="../notesSlides/notesSlide5.xml" Id="Rd59d19df87c148a0"/><Relationship Id="rTemplateLayout" Type="http://schemas.openxmlformats.org/officeDocument/2006/relationships/slideLayout" Target="../slideLayouts/templateLayout5.xml"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image" Target="../media/image7-optimized.jpg" Id="R74db4b5bedac4acf" /><Relationship Type="http://schemas.openxmlformats.org/officeDocument/2006/relationships/image" Target="../media/image.jpeg" Id="Rbb2998eae3ce4992" /><Relationship Type="http://schemas.openxmlformats.org/officeDocument/2006/relationships/image" Target="../media/image8-optimized.jpg" Id="R94375b47b69d42ed" /><Relationship Type="http://schemas.openxmlformats.org/officeDocument/2006/relationships/notesSlide" Target="../notesSlides/notesSlide6.xml" Id="R00de0d521f2e4a6d" /><Relationship Id="rTemplateLayout" Type="http://schemas.openxmlformats.org/officeDocument/2006/relationships/slideLayout" Target="../slideLayouts/templateLayout6.xml" /></Relationships>
</file>

<file path=ppt/slides/slide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A35C06EE-6E0A-4E78-8880-5A9EFC28C3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2803" y="238929"/>
            <a:ext cx="4558030" cy="192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 algn="ctr">
              <a:defRPr sz="12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</a:pPr>
            <a:r>
              <a:rPr sz="12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Brand</a:t>
            </a:r>
          </a:p>
        </p:txBody>
      </p:sp>
      <p:sp>
        <p:nvSpPr>
          <p:cNvPr id="3" name="Luma">
            <a:extLst xmlns:a="http://schemas.openxmlformats.org/drawingml/2006/main">
              <a:ext uri="{FF2B5EF4-FFF2-40B4-BE49-F238E27FC236}">
                <a16:creationId xmlns:a16="http://schemas.microsoft.com/office/drawing/2014/main" id="{A9F4B1FC-1914-4A6B-BAD4-877D15D499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90580" y="6369220"/>
            <a:ext cx="1393474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Luma</a:t>
            </a:r>
          </a:p>
        </p:txBody>
      </p:sp>
      <p:sp>
        <p:nvSpPr>
          <p:cNvPr id="4" name="Studio">
            <a:extLst xmlns:a="http://schemas.openxmlformats.org/drawingml/2006/main">
              <a:ext uri="{FF2B5EF4-FFF2-40B4-BE49-F238E27FC236}">
                <a16:creationId xmlns:a16="http://schemas.microsoft.com/office/drawing/2014/main" id="{807EC9AA-8517-44E5-B18A-4303599354C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86054" y="6188477"/>
            <a:ext cx="1393474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Studio</a:t>
            </a:r>
          </a:p>
        </p:txBody>
      </p:sp>
      <p:sp>
        <p:nvSpPr>
          <p:cNvPr id="5" name="Telescope">
            <a:extLst xmlns:a="http://schemas.openxmlformats.org/drawingml/2006/main">
              <a:ext uri="{FF2B5EF4-FFF2-40B4-BE49-F238E27FC236}">
                <a16:creationId xmlns:a16="http://schemas.microsoft.com/office/drawing/2014/main" id="{17378913-F943-4B41-9DF5-D3BD08506C1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584054" y="6369220"/>
            <a:ext cx="1393474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Telescope</a:t>
            </a:r>
          </a:p>
        </p:txBody>
      </p:sp>
      <p:sp>
        <p:nvSpPr>
          <p:cNvPr id="6" name="Client">
            <a:extLst xmlns:a="http://schemas.openxmlformats.org/drawingml/2006/main">
              <a:ext uri="{FF2B5EF4-FFF2-40B4-BE49-F238E27FC236}">
                <a16:creationId xmlns:a16="http://schemas.microsoft.com/office/drawing/2014/main" id="{D2D193DB-18A8-4A7C-B999-FC5957BB1E14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1579528" y="6188477"/>
            <a:ext cx="1393474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Client</a:t>
            </a:r>
          </a:p>
        </p:txBody>
      </p:sp>
      <p:sp>
        <p:nvSpPr>
          <p:cNvPr id="7" name="January 2027">
            <a:extLst xmlns:a="http://schemas.openxmlformats.org/drawingml/2006/main">
              <a:ext uri="{FF2B5EF4-FFF2-40B4-BE49-F238E27FC236}">
                <a16:creationId xmlns:a16="http://schemas.microsoft.com/office/drawing/2014/main" id="{7C4378BC-E2AE-4E62-A62F-B09CF44F6020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371002" y="6369220"/>
            <a:ext cx="1388948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sz="1500" b="0" i="0" u="none" spc="0" baseline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Helvetica Neue"/>
                <a:ea typeface="Helvetica Neue"/>
                <a:cs typeface="Helvetica Neue"/>
              </a:rPr>
              <a:t>January 2027</a:t>
            </a:r>
          </a:p>
        </p:txBody>
      </p:sp>
      <p:sp>
        <p:nvSpPr>
          <p:cNvPr id="8" name="Version">
            <a:extLst xmlns:a="http://schemas.openxmlformats.org/drawingml/2006/main">
              <a:ext uri="{FF2B5EF4-FFF2-40B4-BE49-F238E27FC236}">
                <a16:creationId xmlns:a16="http://schemas.microsoft.com/office/drawing/2014/main" id="{FAEC48A6-A571-49E3-BB08-22926901D33E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2977528" y="6188477"/>
            <a:ext cx="1393474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sz="1050" b="0" i="0" u="none" spc="0" baseline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Helvetica Neue"/>
                <a:ea typeface="Helvetica Neue"/>
                <a:cs typeface="Helvetica Neue"/>
              </a:rPr>
              <a:t>Version</a:t>
            </a:r>
          </a:p>
        </p:txBody>
      </p:sp>
      <p:sp>
        <p:nvSpPr>
          <p:cNvPr id="9" name="2.3">
            <a:extLst xmlns:a="http://schemas.openxmlformats.org/drawingml/2006/main">
              <a:ext uri="{FF2B5EF4-FFF2-40B4-BE49-F238E27FC236}">
                <a16:creationId xmlns:a16="http://schemas.microsoft.com/office/drawing/2014/main" id="{5C3A35E0-4DA2-46A4-AFE7-12F2956C80AA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2977528" y="6369220"/>
            <a:ext cx="1393474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2.3</a:t>
            </a:r>
          </a:p>
        </p:txBody>
      </p:sp>
      <p:sp>
        <p:nvSpPr>
          <p:cNvPr id="10" name="Date">
            <a:extLst xmlns:a="http://schemas.openxmlformats.org/drawingml/2006/main">
              <a:ext uri="{FF2B5EF4-FFF2-40B4-BE49-F238E27FC236}">
                <a16:creationId xmlns:a16="http://schemas.microsoft.com/office/drawing/2014/main" id="{57E8F809-A000-4EB5-BEE5-0A21A4BAB524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4371002" y="6188477"/>
            <a:ext cx="1393474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Date</a:t>
            </a:r>
          </a:p>
        </p:txBody>
      </p:sp>
      <p:sp>
        <p:nvSpPr>
          <p:cNvPr id="11" name="Guidelines">
            <a:extLst xmlns:a="http://schemas.openxmlformats.org/drawingml/2006/main">
              <a:ext uri="{FF2B5EF4-FFF2-40B4-BE49-F238E27FC236}">
                <a16:creationId xmlns:a16="http://schemas.microsoft.com/office/drawing/2014/main" id="{65E95AC5-2779-4EDC-A279-75EE2D56E520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352803" y="1715330"/>
            <a:ext cx="7828280" cy="192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 algn="ctr">
              <a:defRPr sz="12000" b="1">
                <a:solidFill>
                  <a:srgbClr val="FFFFFF">
                    <a:alpha val="50000"/>
                  </a:srgbClr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</a:pPr>
            <a:r>
              <a:rPr sz="12000" b="1">
                <a:solidFill>
                  <a:srgbClr val="FFFFFF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Guidelines</a:t>
            </a:r>
          </a:p>
        </p:txBody>
      </p:sp>
    </p:spTree>
    <p:extLst>
      <p:ext uri="{BB962C8B-B14F-4D97-AF65-F5344CB8AC3E}">
        <p14:creationId xmlns:p14="http://schemas.microsoft.com/office/powerpoint/2010/main" val="779849167"/>
      </p:ext>
    </p:extLst>
  </p:cSld>
</p:sld>
</file>

<file path=ppt/slides/slide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lor palette">
            <a:extLst xmlns:a="http://schemas.openxmlformats.org/drawingml/2006/main">
              <a:ext uri="{FF2B5EF4-FFF2-40B4-BE49-F238E27FC236}">
                <a16:creationId xmlns:a16="http://schemas.microsoft.com/office/drawing/2014/main" id="{A35C06EE-6E0A-4E78-8880-5A9EFC28C3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2803" y="238967"/>
            <a:ext cx="371983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 algn="ctr"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</a:pPr>
            <a:r>
              <a: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Color palette</a:t>
            </a:r>
          </a:p>
        </p:txBody>
      </p:sp>
      <p:sp>
        <p:nvSpPr>
          <p:cNvPr id="12" name="We use color intentionally to create a cohesive …">
            <a:extLst xmlns:a="http://schemas.openxmlformats.org/drawingml/2006/main">
              <a:ext uri="{FF2B5EF4-FFF2-40B4-BE49-F238E27FC236}">
                <a16:creationId xmlns:a16="http://schemas.microsoft.com/office/drawing/2014/main" id="{174EC530-E4B0-4196-81AC-8232C15B58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7963" y="5336912"/>
            <a:ext cx="4313708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 algn="l">
              <a:defRPr sz="1800" b="1">
                <a:solidFill>
                  <a:srgbClr val="FFFFFF">
                    <a:alpha val="50000"/>
                  </a:srgbClr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</a:pPr>
            <a:r>
              <a:rPr sz="1800" b="1" i="0" u="none" spc="0" baseline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Helvetica Neue"/>
                <a:ea typeface="Helvetica Neue"/>
                <a:cs typeface="Helvetica Neue"/>
              </a:rPr>
              <a:t>We use color intentionally to create a cohesive visual language, establish recognizable patterns, and make our brand feel familiar and consistent.</a:t>
            </a:r>
          </a:p>
        </p:txBody>
      </p:sp>
      <p:sp>
        <p:nvSpPr>
          <p:cNvPr id="13" name="#F35529">
            <a:extLst xmlns:a="http://schemas.openxmlformats.org/drawingml/2006/main">
              <a:ext uri="{FF2B5EF4-FFF2-40B4-BE49-F238E27FC236}">
                <a16:creationId xmlns:a16="http://schemas.microsoft.com/office/drawing/2014/main" id="{FEDCE791-CC31-48FD-8A18-F10D99517DC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142590" y="4327049"/>
            <a:ext cx="1172081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 algn="ctr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</a:pPr>
            <a:r>
              <a:rPr sz="1500" b="0" i="0" u="none" spc="0" baseline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Helvetica Neue"/>
                <a:ea typeface="Helvetica Neue"/>
                <a:cs typeface="Helvetica Neue"/>
              </a:rPr>
              <a:t>#F35529</a:t>
            </a:r>
          </a:p>
        </p:txBody>
      </p:sp>
      <p:sp>
        <p:nvSpPr>
          <p:cNvPr id="14" name="#FFFFFF">
            <a:extLst xmlns:a="http://schemas.openxmlformats.org/drawingml/2006/main">
              <a:ext uri="{FF2B5EF4-FFF2-40B4-BE49-F238E27FC236}">
                <a16:creationId xmlns:a16="http://schemas.microsoft.com/office/drawing/2014/main" id="{C4445B17-8757-4048-A7E7-32A764F8C4C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509959" y="4327049"/>
            <a:ext cx="1172081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 algn="ctr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</a:pPr>
            <a:r>
              <a:rPr sz="1500" b="0" i="0" u="none" spc="0" baseline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Helvetica Neue"/>
                <a:ea typeface="Helvetica Neue"/>
                <a:cs typeface="Helvetica Neue"/>
              </a:rPr>
              <a:t>#FFFFFF</a:t>
            </a:r>
          </a:p>
        </p:txBody>
      </p:sp>
      <p:sp>
        <p:nvSpPr>
          <p:cNvPr id="15" name="#000000">
            <a:extLst xmlns:a="http://schemas.openxmlformats.org/drawingml/2006/main">
              <a:ext uri="{FF2B5EF4-FFF2-40B4-BE49-F238E27FC236}">
                <a16:creationId xmlns:a16="http://schemas.microsoft.com/office/drawing/2014/main" id="{ABD5440E-2C32-425C-B444-9447FFC9E19C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877328" y="4327049"/>
            <a:ext cx="1172081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 algn="ctr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</a:pPr>
            <a:r>
              <a:rPr sz="1500" b="0" i="0" u="none" spc="0" baseline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Helvetica Neue"/>
                <a:ea typeface="Helvetica Neue"/>
                <a:cs typeface="Helvetica Neue"/>
              </a:rPr>
              <a:t>#000000</a:t>
            </a:r>
          </a:p>
        </p:txBody>
      </p:sp>
    </p:spTree>
    <p:extLst>
      <p:ext uri="{BB962C8B-B14F-4D97-AF65-F5344CB8AC3E}">
        <p14:creationId xmlns:p14="http://schemas.microsoft.com/office/powerpoint/2010/main" val="779849167"/>
      </p:ext>
    </p:extLst>
  </p:cSld>
</p:sld>
</file>

<file path=ppt/slides/slide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ogo">
            <a:extLst xmlns:a="http://schemas.openxmlformats.org/drawingml/2006/main">
              <a:ext uri="{FF2B5EF4-FFF2-40B4-BE49-F238E27FC236}">
                <a16:creationId xmlns:a16="http://schemas.microsoft.com/office/drawing/2014/main" id="{A35C06EE-6E0A-4E78-8880-5A9EFC28C3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2803" y="238967"/>
            <a:ext cx="1568768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 algn="ctr"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</a:pPr>
            <a:r>
              <a: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Logo</a:t>
            </a:r>
          </a:p>
        </p:txBody>
      </p:sp>
      <p:sp>
        <p:nvSpPr>
          <p:cNvPr id="8" name="The telescope symbolizes curiosity, discovery, a…">
            <a:extLst xmlns:a="http://schemas.openxmlformats.org/drawingml/2006/main">
              <a:ext uri="{FF2B5EF4-FFF2-40B4-BE49-F238E27FC236}">
                <a16:creationId xmlns:a16="http://schemas.microsoft.com/office/drawing/2014/main" id="{174EC530-E4B0-4196-81AC-8232C15B58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7963" y="5336912"/>
            <a:ext cx="4313708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 algn="l">
              <a:defRPr sz="1800" b="1">
                <a:solidFill>
                  <a:srgbClr val="FFFFFF">
                    <a:alpha val="50000"/>
                  </a:srgbClr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The telescope symbolizes curiosity, discovery, and exploration, reflecting our desire to look beyond the familiar, and seek new perspectives.</a:t>
            </a:r>
          </a:p>
        </p:txBody>
      </p:sp>
    </p:spTree>
    <p:extLst>
      <p:ext uri="{BB962C8B-B14F-4D97-AF65-F5344CB8AC3E}">
        <p14:creationId xmlns:p14="http://schemas.microsoft.com/office/powerpoint/2010/main" val="779849167"/>
      </p:ext>
    </p:extLst>
  </p:cSld>
</p:sld>
</file>

<file path=ppt/slides/slide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ypography">
            <a:extLst xmlns:a="http://schemas.openxmlformats.org/drawingml/2006/main">
              <a:ext uri="{FF2B5EF4-FFF2-40B4-BE49-F238E27FC236}">
                <a16:creationId xmlns:a16="http://schemas.microsoft.com/office/drawing/2014/main" id="{A35C06EE-6E0A-4E78-8880-5A9EFC28C3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2740" y="235984"/>
            <a:ext cx="3348355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 algn="ctr"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</a:pPr>
            <a:r>
              <a: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Typography</a:t>
            </a:r>
          </a:p>
        </p:txBody>
      </p:sp>
      <p:sp>
        <p:nvSpPr>
          <p:cNvPr id="8" name="Typography is central to our visual identity, he…">
            <a:extLst xmlns:a="http://schemas.openxmlformats.org/drawingml/2006/main">
              <a:ext uri="{FF2B5EF4-FFF2-40B4-BE49-F238E27FC236}">
                <a16:creationId xmlns:a16="http://schemas.microsoft.com/office/drawing/2014/main" id="{174EC530-E4B0-4196-81AC-8232C15B583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57963" y="5336912"/>
            <a:ext cx="4313708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 algn="l">
              <a:defRPr sz="1800" b="1">
                <a:solidFill>
                  <a:srgbClr val="FFFFFF">
                    <a:alpha val="50000"/>
                  </a:srgbClr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Typography is central to our visual identity, helping us communicate with clarity, character, and consistency across everything we create.</a:t>
            </a:r>
          </a:p>
        </p:txBody>
      </p:sp>
      <p:sp>
        <p:nvSpPr>
          <p:cNvPr id="9" name="Helvetica">
            <a:extLst xmlns:a="http://schemas.openxmlformats.org/drawingml/2006/main">
              <a:ext uri="{FF2B5EF4-FFF2-40B4-BE49-F238E27FC236}">
                <a16:creationId xmlns:a16="http://schemas.microsoft.com/office/drawing/2014/main" id="{15E11B17-E34D-4B0D-B810-B6E4F20E7E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88953" y="2240280"/>
            <a:ext cx="8614093" cy="2377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 algn="ctr">
              <a:defRPr sz="15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</a:pPr>
            <a:r>
              <a:rPr sz="15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Helvetica</a:t>
            </a:r>
          </a:p>
        </p:txBody>
      </p:sp>
    </p:spTree>
    <p:extLst>
      <p:ext uri="{BB962C8B-B14F-4D97-AF65-F5344CB8AC3E}">
        <p14:creationId xmlns:p14="http://schemas.microsoft.com/office/powerpoint/2010/main" val="779849167"/>
      </p:ext>
    </p:extLst>
  </p:cSld>
</p:sld>
</file>

<file path=ppt/slides/slide5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Iconography">
            <a:extLst xmlns:a="http://schemas.openxmlformats.org/drawingml/2006/main">
              <a:ext uri="{FF2B5EF4-FFF2-40B4-BE49-F238E27FC236}">
                <a16:creationId xmlns:a16="http://schemas.microsoft.com/office/drawing/2014/main" id="{A35C06EE-6E0A-4E78-8880-5A9EFC28C3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2740" y="235984"/>
            <a:ext cx="3600768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 algn="ctr"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</a:pPr>
            <a:r>
              <a: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Iconography</a:t>
            </a:r>
          </a:p>
        </p:txBody>
      </p:sp>
      <p:sp>
        <p:nvSpPr>
          <p:cNvPr id="7" name="Our iconography uses simple, recognizable forms …">
            <a:extLst xmlns:a="http://schemas.openxmlformats.org/drawingml/2006/main">
              <a:ext uri="{FF2B5EF4-FFF2-40B4-BE49-F238E27FC236}">
                <a16:creationId xmlns:a16="http://schemas.microsoft.com/office/drawing/2014/main" id="{174EC530-E4B0-4196-81AC-8232C15B58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4980" y="5336912"/>
            <a:ext cx="4313708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 algn="l">
              <a:defRPr sz="1800" b="1">
                <a:solidFill>
                  <a:srgbClr val="FFFFFF">
                    <a:alpha val="50000"/>
                  </a:srgbClr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Our iconography uses simple, recognizable forms to communicate ideas with clarity and precision, creating a cohesive visual language.</a:t>
            </a:r>
          </a:p>
        </p:txBody>
      </p:sp>
    </p:spTree>
    <p:extLst>
      <p:ext uri="{BB962C8B-B14F-4D97-AF65-F5344CB8AC3E}">
        <p14:creationId xmlns:p14="http://schemas.microsoft.com/office/powerpoint/2010/main" val="779849167"/>
      </p:ext>
    </p:extLst>
  </p:cSld>
</p:sld>
</file>

<file path=ppt/slides/slide6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otography">
            <a:extLst xmlns:a="http://schemas.openxmlformats.org/drawingml/2006/main">
              <a:ext uri="{FF2B5EF4-FFF2-40B4-BE49-F238E27FC236}">
                <a16:creationId xmlns:a16="http://schemas.microsoft.com/office/drawing/2014/main" id="{A35C06EE-6E0A-4E78-8880-5A9EFC28C3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2740" y="235984"/>
            <a:ext cx="3686493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 algn="ctr"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</a:pPr>
            <a:r>
              <a: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Photography</a:t>
            </a:r>
          </a:p>
        </p:txBody>
      </p:sp>
      <p:sp>
        <p:nvSpPr>
          <p:cNvPr id="7" name="Our photography captures the wonder of the unive…">
            <a:extLst xmlns:a="http://schemas.openxmlformats.org/drawingml/2006/main">
              <a:ext uri="{FF2B5EF4-FFF2-40B4-BE49-F238E27FC236}">
                <a16:creationId xmlns:a16="http://schemas.microsoft.com/office/drawing/2014/main" id="{174EC530-E4B0-4196-81AC-8232C15B58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4980" y="5336912"/>
            <a:ext cx="4313708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 algn="l">
              <a:defRPr sz="1800" b="1">
                <a:solidFill>
                  <a:srgbClr val="FFFFFF">
                    <a:alpha val="50000"/>
                  </a:srgbClr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Our photography captures the wonder of the universe, revealing the beauty of distant worlds and inspiring curiosity about what lies beyond.</a:t>
            </a:r>
          </a:p>
        </p:txBody>
      </p:sp>
      <p:pic>
        <p:nvPicPr>
          <p:cNvPr id="9" name="Picture 3">
            <a:extLst xmlns:a="http://schemas.openxmlformats.org/drawingml/2006/main">
              <a:ext uri="{FF2B5EF4-FFF2-40B4-BE49-F238E27FC236}">
                <a16:creationId xmlns:a16="http://schemas.microsoft.com/office/drawing/2014/main" id="{6E55B695-5B54-4820-9B77-24FA2D61C718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2"/>
          </p:nvPr>
        </p:nvPicPr>
        <p:blipFill>
          <a:blip xmlns:r="http://schemas.openxmlformats.org/officeDocument/2006/relationships" xmlns:a="http://schemas.openxmlformats.org/drawingml/2006/main" r:embed="R74db4b5bedac4acf"/>
          <a:stretch xmlns:a="http://schemas.openxmlformats.org/drawingml/2006/main"/>
        </p:blipFill>
        <p:spPr>
          <a:xfrm xmlns:a="http://schemas.openxmlformats.org/drawingml/2006/main">
            <a:off x="1086887" y="1777365"/>
            <a:ext cx="3137167" cy="2922271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0F172A"/>
            </a:solidFill>
          </a:ln>
        </p:spPr>
      </p:pic>
      <p:pic>
        <p:nvPicPr>
          <p:cNvPr id="10" name="Picture 4">
            <a:extLst xmlns:a="http://schemas.openxmlformats.org/drawingml/2006/main">
              <a:ext uri="{FF2B5EF4-FFF2-40B4-BE49-F238E27FC236}">
                <a16:creationId xmlns:a16="http://schemas.microsoft.com/office/drawing/2014/main" id="{C63DEB99-4A97-4C7D-A17A-D5A1D9308CE2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3"/>
          </p:nvPr>
        </p:nvPicPr>
        <p:blipFill>
          <a:blip xmlns:r="http://schemas.openxmlformats.org/officeDocument/2006/relationships" xmlns:a="http://schemas.openxmlformats.org/drawingml/2006/main" r:embed="Rbb2998eae3ce4992"/>
          <a:stretch xmlns:a="http://schemas.openxmlformats.org/drawingml/2006/main"/>
        </p:blipFill>
        <p:spPr>
          <a:xfrm xmlns:a="http://schemas.openxmlformats.org/drawingml/2006/main">
            <a:off x="4634865" y="1777365"/>
            <a:ext cx="2922271" cy="2922271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0F172A"/>
            </a:solidFill>
          </a:ln>
        </p:spPr>
      </p:pic>
      <p:pic>
        <p:nvPicPr>
          <p:cNvPr id="11" name="Picture 5">
            <a:extLst xmlns:a="http://schemas.openxmlformats.org/drawingml/2006/main">
              <a:ext uri="{FF2B5EF4-FFF2-40B4-BE49-F238E27FC236}">
                <a16:creationId xmlns:a16="http://schemas.microsoft.com/office/drawing/2014/main" id="{28401E1A-F08F-41FF-ADCA-402A9749E3C7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4"/>
          </p:nvPr>
        </p:nvPicPr>
        <p:blipFill>
          <a:blip xmlns:r="http://schemas.openxmlformats.org/officeDocument/2006/relationships" xmlns:a="http://schemas.openxmlformats.org/drawingml/2006/main" r:embed="R94375b47b69d42ed"/>
          <a:stretch xmlns:a="http://schemas.openxmlformats.org/drawingml/2006/main"/>
        </p:blipFill>
        <p:spPr>
          <a:xfrm xmlns:a="http://schemas.openxmlformats.org/drawingml/2006/main">
            <a:off x="7967947" y="1784036"/>
            <a:ext cx="2863826" cy="2922271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0F172A"/>
            </a:solidFill>
          </a:ln>
        </p:spPr>
      </p:pic>
    </p:spTree>
    <p:extLst>
      <p:ext uri="{BB962C8B-B14F-4D97-AF65-F5344CB8AC3E}">
        <p14:creationId xmlns:p14="http://schemas.microsoft.com/office/powerpoint/2010/main" val="779849167"/>
      </p:ext>
    </p:extLst>
  </p:cSld>
</p:sld>
</file>

<file path=ppt/theme/templateTheme.xml><?xml version="1.0" encoding="utf-8"?>
<a:theme xmlns:a="http://schemas.openxmlformats.org/drawingml/2006/main" name="Brand Guidelines">
  <a:themeElements>
    <a:clrScheme name="Brand Guideline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35529"/>
      </a:accent1>
      <a:accent2>
        <a:srgbClr val="000000"/>
      </a:accent2>
      <a:accent3>
        <a:srgbClr val="FFFFFF"/>
      </a:accent3>
      <a:accent4>
        <a:srgbClr val="F35529"/>
      </a:accent4>
      <a:accent5>
        <a:srgbClr val="000000"/>
      </a:accent5>
      <a:accent6>
        <a:srgbClr val="FFFFFF"/>
      </a:accent6>
      <a:hlink>
        <a:srgbClr val="F35529"/>
      </a:hlink>
      <a:folHlink>
        <a:srgbClr val="F35529"/>
      </a:folHlink>
    </a:clrScheme>
    <a:fontScheme name="Brand Guidelines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/>
  <ns0:lastModifiedBy/>
  <dc:title>Presentation</dc:title>
  <ns2:created xsi:type="dcterms:W3CDTF"/>
  <ns2:modified xsi:type="dcterms:W3CDTF"/>
</ns0:coreProperties>
</file>