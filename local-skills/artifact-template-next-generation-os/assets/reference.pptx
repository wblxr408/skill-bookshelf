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media/image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-optimized.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2b44606214231" /><Relationship Type="http://schemas.openxmlformats.org/officeDocument/2006/relationships/extended-properties" Target="/docProps/app.xml" Id="R95eeaac7a542445d" /><Relationship Type="http://schemas.openxmlformats.org/officeDocument/2006/relationships/officeDocument" Target="/ppt/presentation.xml" Id="Rbc69f77b38f340c9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a2845c8e56b640e8"/>
  </p:notesMasterIdLst>
  <p:sldIdLst>
    <p:sldId xmlns:r="http://schemas.openxmlformats.org/officeDocument/2006/relationships" id="256" r:id="R5c16d50e9dd34f01"/>
    <p:sldId xmlns:r="http://schemas.openxmlformats.org/officeDocument/2006/relationships" id="257" r:id="R55b209c1995a41bb"/>
    <p:sldId xmlns:r="http://schemas.openxmlformats.org/officeDocument/2006/relationships" id="258" r:id="R6b6adb8add764c56"/>
    <p:sldId xmlns:r="http://schemas.openxmlformats.org/officeDocument/2006/relationships" id="259" r:id="R25df8c720c64418e"/>
    <p:sldId xmlns:r="http://schemas.openxmlformats.org/officeDocument/2006/relationships" id="260" r:id="R07e6868e75e6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293c1d8d0e8435e"/><Relationship Type="http://schemas.openxmlformats.org/officeDocument/2006/relationships/notesMaster" Target="/ppt/notesMasters/notesMaster1.xml" Id="Ra2845c8e56b640e8"/><Relationship Type="http://schemas.openxmlformats.org/officeDocument/2006/relationships/presProps" Target="/ppt/presProps.xml" Id="R8ef4a614fb474d24"/><Relationship Type="http://schemas.openxmlformats.org/officeDocument/2006/relationships/tableStyles" Target="/ppt/tableStyles.xml" Id="R500212bdf3bd4632"/><Relationship Type="http://schemas.openxmlformats.org/officeDocument/2006/relationships/slide" Target="/ppt/slides/slide1.xml" Id="R5c16d50e9dd34f01"/><Relationship Type="http://schemas.openxmlformats.org/officeDocument/2006/relationships/slide" Target="/ppt/slides/slide2.xml" Id="R55b209c1995a41bb"/><Relationship Type="http://schemas.openxmlformats.org/officeDocument/2006/relationships/slide" Target="/ppt/slides/slide3.xml" Id="R6b6adb8add764c56"/><Relationship Type="http://schemas.openxmlformats.org/officeDocument/2006/relationships/slide" Target="/ppt/slides/slide4.xml" Id="R25df8c720c64418e"/><Relationship Type="http://schemas.openxmlformats.org/officeDocument/2006/relationships/slide" Target="/ppt/slides/slide5.xml" Id="R07e6868e75e64802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46bd485866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4bd32d0294b19" /><Relationship Type="http://schemas.openxmlformats.org/officeDocument/2006/relationships/notesMaster" Target="/ppt/notesMasters/notesMaster1.xml" Id="Rf589a915d734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a97fbeaa24906" /><Relationship Type="http://schemas.openxmlformats.org/officeDocument/2006/relationships/notesMaster" Target="/ppt/notesMasters/notesMaster1.xml" Id="R8ffc6610ac87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d03eff62a48d3" /><Relationship Type="http://schemas.openxmlformats.org/officeDocument/2006/relationships/notesMaster" Target="/ppt/notesMasters/notesMaster1.xml" Id="R3ba541eb9a9b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1aa0d4b1a54c8d" /><Relationship Type="http://schemas.openxmlformats.org/officeDocument/2006/relationships/notesMaster" Target="/ppt/notesMasters/notesMaster1.xml" Id="R2118443ac081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72639d14c461b" /><Relationship Type="http://schemas.openxmlformats.org/officeDocument/2006/relationships/notesMaster" Target="/ppt/notesMasters/notesMaster1.xml" Id="R704b752b0a76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 standalone='yes'?>
<Relationships xmlns="http://schemas.openxmlformats.org/package/2006/relationships"><Relationship Type="http://schemas.openxmlformats.org/officeDocument/2006/relationships/image" Target="../media/image.png" Id="R7fe272107619497f"/><Relationship Id="rTemplateMaster" Type="http://schemas.openxmlformats.org/officeDocument/2006/relationships/slideMaster" Target="../slideMasters/templateMaster.xml"/></Relationships>
</file>

<file path=ppt/slideLayouts/_rels/templateLayout2.xml.rels><?xml version='1.0' encoding='UTF-8' standalone='yes'?>
<Relationships xmlns="http://schemas.openxmlformats.org/package/2006/relationships"><Relationship Type="http://schemas.openxmlformats.org/officeDocument/2006/relationships/image" Target="../media/image2.png" Id="Re76b912caae44bab"/><Relationship Type="http://schemas.openxmlformats.org/officeDocument/2006/relationships/image" Target="../media/image3.png" Id="R8cd2cb7305c04e90"/><Relationship Type="http://schemas.openxmlformats.org/officeDocument/2006/relationships/image" Target="../media/image4.png" Id="R0cdb0ce637ce4c6f"/><Relationship Id="rTemplateMaster" Type="http://schemas.openxmlformats.org/officeDocument/2006/relationships/slideMaster" Target="../slideMasters/templateMaster.xml"/></Relationships>
</file>

<file path=ppt/slideLayouts/_rels/templateLayout3.xml.rels><?xml version='1.0' encoding='UTF-8' standalone='yes'?>
<Relationships xmlns="http://schemas.openxmlformats.org/package/2006/relationships"><Relationship Type="http://schemas.openxmlformats.org/officeDocument/2006/relationships/image" Target="../media/image.png" Id="Rc0fd2ebb166943de"/><Relationship Id="rTemplateMaster" Type="http://schemas.openxmlformats.org/officeDocument/2006/relationships/slideMaster" Target="../slideMasters/templateMaster.xml"/></Relationships>
</file>

<file path=ppt/slideLayouts/_rels/templateLayout4.xml.rels><?xml version='1.0' encoding='UTF-8' standalone='yes'?>
<Relationships xmlns="http://schemas.openxmlformats.org/package/2006/relationships"><Relationship Type="http://schemas.openxmlformats.org/officeDocument/2006/relationships/image" Target="../media/image5.png" Id="Rbef1c9802c4f4c28"/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?>
<Relationships xmlns="http://schemas.openxmlformats.org/package/2006/relationships"><Relationship Type="http://schemas.openxmlformats.org/officeDocument/2006/relationships/image" Target="../media/image6-optimized.jpg" Id="Rf1e3150b41ae4e13" /><Relationship Id="rTemplateMaster" Type="http://schemas.openxmlformats.org/officeDocument/2006/relationships/slideMaster" Target="../slideMasters/templateMaster.xml" 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roduct Launch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ing our next generation OS">
            <a:extLst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109477" y="401996"/>
            <a:ext cx="7969792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36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00000"/>
              </a:lnSpc>
            </a:pPr>
            <a:r>
              <a:rPr sz="36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  <p:sp>
        <p:nvSpPr>
          <p:cNvPr id="3" name="More intuitive. More powerful. More you.">
            <a:extLst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9477" y="1036921"/>
            <a:ext cx="796979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24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24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38E59CD2-7104-45E9-8C61-7CBC9FC3053E}"/>
              </a:ext>
            </a:extLst>
          </p:cNvPr>
          <p:cNvPicPr>
            <a:picLocks noChangeAspect="1"/>
          </p:cNvPicPr>
          <p:nvPr/>
        </p:nvPicPr>
        <p:blipFill>
          <a:blip r:embed="R7fe272107619497f"/>
          <a:stretch/>
        </p:blipFill>
        <p:spPr>
          <a:xfrm>
            <a:off x="2449899" y="1623923"/>
            <a:ext cx="7288947" cy="4859298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060B6FE1-0E1A-470F-8031-0A7D2BA02BCE}"/>
              </a:ext>
            </a:extLst>
          </p:cNvPr>
          <p:cNvSpPr>
            <a:spLocks noGrp="1"/>
          </p:cNvSpPr>
          <p:nvPr/>
        </p:nvSpPr>
        <p:spPr>
          <a:xfrm>
            <a:off x="5511517" y="3027299"/>
            <a:ext cx="1165711" cy="1165711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Three Device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1C58F696-C2BC-4E92-966D-3F1EF3CF0D6C}"/>
              </a:ext>
            </a:extLst>
          </p:cNvPr>
          <p:cNvSpPr>
            <a:spLocks noGrp="1"/>
          </p:cNvSpPr>
          <p:nvPr/>
        </p:nvSpPr>
        <p:spPr>
          <a:xfrm>
            <a:off x="8172053" y="1588045"/>
            <a:ext cx="3568593" cy="3325651"/>
          </a:xfrm>
          <a:prstGeom prst="rect">
            <a:avLst/>
          </a:prstGeom>
          <a:solidFill>
            <a:srgbClr val="F6F6F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Your most powerful workspace">
            <a:extLst>
              <a:ext uri="{FF2B5EF4-FFF2-40B4-BE49-F238E27FC236}">
                <a16:creationId xmlns:a16="http://schemas.microsoft.com/office/drawing/2014/main" id="{EC37CEDB-9183-4B1D-B030-ED719A444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752" y="5008946"/>
            <a:ext cx="357946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An intelligent desktop experience that helps you…">
            <a:extLst>
              <a:ext uri="{FF2B5EF4-FFF2-40B4-BE49-F238E27FC236}">
                <a16:creationId xmlns:a16="http://schemas.microsoft.com/office/drawing/2014/main" id="{D8FCC630-153D-4D32-873D-61A9E3AF1E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8752" y="5314270"/>
            <a:ext cx="3579464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5" name="Intelligence in your pocket">
            <a:extLst>
              <a:ext uri="{FF2B5EF4-FFF2-40B4-BE49-F238E27FC236}">
                <a16:creationId xmlns:a16="http://schemas.microsoft.com/office/drawing/2014/main" id="{339CF232-B453-4A80-8313-040F5774318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03666" y="5008946"/>
            <a:ext cx="357946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6" name="A more personal mobile experience that anticipat…">
            <a:extLst>
              <a:ext uri="{FF2B5EF4-FFF2-40B4-BE49-F238E27FC236}">
                <a16:creationId xmlns:a16="http://schemas.microsoft.com/office/drawing/2014/main" id="{5D221B3D-CA47-4B12-85E7-8830AFBB3FA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03666" y="5314270"/>
            <a:ext cx="3579464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7" name="A canvas without limits">
            <a:extLst>
              <a:ext uri="{FF2B5EF4-FFF2-40B4-BE49-F238E27FC236}">
                <a16:creationId xmlns:a16="http://schemas.microsoft.com/office/drawing/2014/main" id="{409EC98C-00CB-474E-81F2-FA50B4BA8EB3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158580" y="5008946"/>
            <a:ext cx="357946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8" name="An intuitive tablet experience that transforms i…">
            <a:extLst>
              <a:ext uri="{FF2B5EF4-FFF2-40B4-BE49-F238E27FC236}">
                <a16:creationId xmlns:a16="http://schemas.microsoft.com/office/drawing/2014/main" id="{A7CA333B-D63D-44C7-BB22-F71E9414DC49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158580" y="5314270"/>
            <a:ext cx="3579464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9" name="">
            <a:extLst>
              <a:ext uri="{FF2B5EF4-FFF2-40B4-BE49-F238E27FC236}">
                <a16:creationId xmlns:a16="http://schemas.microsoft.com/office/drawing/2014/main" id="{641E5595-639C-48E2-8299-0A0230DD4229}"/>
              </a:ext>
            </a:extLst>
          </p:cNvPr>
          <p:cNvPicPr>
            <a:picLocks noChangeAspect="1"/>
          </p:cNvPicPr>
          <p:nvPr/>
        </p:nvPicPr>
        <p:blipFill>
          <a:blip r:embed="Re76b912caae44bab"/>
          <a:stretch/>
        </p:blipFill>
        <p:spPr>
          <a:xfrm>
            <a:off x="8559717" y="1784718"/>
            <a:ext cx="2793265" cy="2793265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a16:creationId xmlns:a16="http://schemas.microsoft.com/office/drawing/2014/main" id="{CB0FC037-C60C-4B7B-81CA-4271CA2F3A6B}"/>
              </a:ext>
            </a:extLst>
          </p:cNvPr>
          <p:cNvSpPr>
            <a:spLocks noGrp="1"/>
          </p:cNvSpPr>
          <p:nvPr/>
        </p:nvSpPr>
        <p:spPr>
          <a:xfrm>
            <a:off x="4311807" y="1577437"/>
            <a:ext cx="3574496" cy="3331152"/>
          </a:xfrm>
          <a:prstGeom prst="rect">
            <a:avLst/>
          </a:prstGeom>
          <a:solidFill>
            <a:srgbClr val="F6F6F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pic>
        <p:nvPicPr>
          <p:cNvPr id="11" name="">
            <a:extLst>
              <a:ext uri="{FF2B5EF4-FFF2-40B4-BE49-F238E27FC236}">
                <a16:creationId xmlns:a16="http://schemas.microsoft.com/office/drawing/2014/main" id="{F8ADCE04-61EC-4966-98E9-F0A3340B65E7}"/>
              </a:ext>
            </a:extLst>
          </p:cNvPr>
          <p:cNvPicPr>
            <a:picLocks noChangeAspect="1"/>
          </p:cNvPicPr>
          <p:nvPr/>
        </p:nvPicPr>
        <p:blipFill>
          <a:blip r:embed="R8cd2cb7305c04e90"/>
          <a:stretch/>
        </p:blipFill>
        <p:spPr>
          <a:xfrm>
            <a:off x="4795800" y="1881150"/>
            <a:ext cx="2600400" cy="260040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a16:creationId xmlns:a16="http://schemas.microsoft.com/office/drawing/2014/main" id="{C4AC9240-E7FD-4880-AE9C-B504FA8F6A9A}"/>
              </a:ext>
            </a:extLst>
          </p:cNvPr>
          <p:cNvSpPr>
            <a:spLocks noGrp="1"/>
          </p:cNvSpPr>
          <p:nvPr/>
        </p:nvSpPr>
        <p:spPr>
          <a:xfrm>
            <a:off x="451354" y="1575232"/>
            <a:ext cx="3576862" cy="3333357"/>
          </a:xfrm>
          <a:prstGeom prst="rect">
            <a:avLst/>
          </a:prstGeom>
          <a:solidFill>
            <a:srgbClr val="F6F6F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pic>
        <p:nvPicPr>
          <p:cNvPr id="13" name="">
            <a:extLst>
              <a:ext uri="{FF2B5EF4-FFF2-40B4-BE49-F238E27FC236}">
                <a16:creationId xmlns:a16="http://schemas.microsoft.com/office/drawing/2014/main" id="{1F9C0672-763C-4280-8BF6-1F977FDED314}"/>
              </a:ext>
            </a:extLst>
          </p:cNvPr>
          <p:cNvPicPr>
            <a:picLocks noChangeAspect="1"/>
          </p:cNvPicPr>
          <p:nvPr/>
        </p:nvPicPr>
        <p:blipFill>
          <a:blip r:embed="R0cdb0ce637ce4c6f"/>
          <a:stretch/>
        </p:blipFill>
        <p:spPr>
          <a:xfrm>
            <a:off x="857478" y="1876344"/>
            <a:ext cx="2803022" cy="2803022"/>
          </a:xfrm>
          <a:prstGeom prst="rect">
            <a:avLst/>
          </a:prstGeom>
        </p:spPr>
      </p:pic>
      <p:sp>
        <p:nvSpPr>
          <p:cNvPr id="14" name="Intelligence for every screen">
            <a:extLst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0697" y="299962"/>
            <a:ext cx="112892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27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27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  <p:sp>
        <p:nvSpPr>
          <p:cNvPr id="15" name="A new era of personal computing, designed around…">
            <a:extLst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448095" y="742211"/>
            <a:ext cx="112892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7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27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27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6DEAC09-17E5-4C66-B991-0D9709641E12}"/>
              </a:ext>
            </a:extLst>
          </p:cNvPr>
          <p:cNvSpPr>
            <a:spLocks noGrp="1"/>
          </p:cNvSpPr>
          <p:nvPr/>
        </p:nvSpPr>
        <p:spPr>
          <a:xfrm>
            <a:off x="1966626" y="2888987"/>
            <a:ext cx="584727" cy="584727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6231BD8-D819-4DC6-9C1A-CB4B05C0FD85}"/>
              </a:ext>
            </a:extLst>
          </p:cNvPr>
          <p:cNvSpPr>
            <a:spLocks noGrp="1"/>
          </p:cNvSpPr>
          <p:nvPr/>
        </p:nvSpPr>
        <p:spPr>
          <a:xfrm>
            <a:off x="5806330" y="2886386"/>
            <a:ext cx="584727" cy="584727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C3594C3B-F70D-419B-9BAD-3481CF08B318}"/>
              </a:ext>
            </a:extLst>
          </p:cNvPr>
          <p:cNvSpPr>
            <a:spLocks noGrp="1"/>
          </p:cNvSpPr>
          <p:nvPr/>
        </p:nvSpPr>
        <p:spPr>
          <a:xfrm>
            <a:off x="9655949" y="2884177"/>
            <a:ext cx="584727" cy="584727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Desktop Feature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C4AC9240-E7FD-4880-AE9C-B504FA8F6A9A}"/>
              </a:ext>
            </a:extLst>
          </p:cNvPr>
          <p:cNvSpPr>
            <a:spLocks noGrp="1"/>
          </p:cNvSpPr>
          <p:nvPr/>
        </p:nvSpPr>
        <p:spPr>
          <a:xfrm>
            <a:off x="4449179" y="-4517"/>
            <a:ext cx="7739567" cy="6858000"/>
          </a:xfrm>
          <a:prstGeom prst="rect">
            <a:avLst/>
          </a:prstGeom>
          <a:solidFill>
            <a:srgbClr val="F6F6F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02.  Universal Memory">
            <a:extLst>
              <a:ext uri="{FF2B5EF4-FFF2-40B4-BE49-F238E27FC236}">
                <a16:creationId xmlns:a16="http://schemas.microsoft.com/office/drawing/2014/main" id="{5FC60F48-54D4-49B9-9770-7010E319EFC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70014" y="2905754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4" name="Instantly recall conversations, files, and ideas…">
            <a:extLst>
              <a:ext uri="{FF2B5EF4-FFF2-40B4-BE49-F238E27FC236}">
                <a16:creationId xmlns:a16="http://schemas.microsoft.com/office/drawing/2014/main" id="{06425D86-3407-4A3B-AA0B-B91DFD851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014" y="322799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5" name="03.  Predictive Actions">
            <a:extLst>
              <a:ext uri="{FF2B5EF4-FFF2-40B4-BE49-F238E27FC236}">
                <a16:creationId xmlns:a16="http://schemas.microsoft.com/office/drawing/2014/main" id="{36AFB466-1C97-4C0C-9CB4-DF324D034B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70014" y="4393859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6" name="Your OS anticipates your next move, preparing to…">
            <a:extLst>
              <a:ext uri="{FF2B5EF4-FFF2-40B4-BE49-F238E27FC236}">
                <a16:creationId xmlns:a16="http://schemas.microsoft.com/office/drawing/2014/main" id="{EE93A14A-6654-4035-8695-D5FF08696DD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70014" y="471389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38E59CD2-7104-45E9-8C61-7CBC9FC3053E}"/>
              </a:ext>
            </a:extLst>
          </p:cNvPr>
          <p:cNvPicPr>
            <a:picLocks noChangeAspect="1"/>
          </p:cNvPicPr>
          <p:nvPr/>
        </p:nvPicPr>
        <p:blipFill>
          <a:blip r:embed="Rc0fd2ebb166943de"/>
          <a:stretch/>
        </p:blipFill>
        <p:spPr>
          <a:xfrm>
            <a:off x="5009340" y="1603975"/>
            <a:ext cx="6619245" cy="4412830"/>
          </a:xfrm>
          <a:prstGeom prst="rect">
            <a:avLst/>
          </a:prstGeom>
        </p:spPr>
      </p:pic>
      <p:sp>
        <p:nvSpPr>
          <p:cNvPr id="8" name="01. Adaptive Workspace">
            <a:extLst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370014" y="1422059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9" name="Your workspace intelligently reorganizes around …">
            <a:extLst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370014" y="174209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2D459A3-578F-4D2C-B59D-FA89179A31A0}"/>
              </a:ext>
            </a:extLst>
          </p:cNvPr>
          <p:cNvSpPr>
            <a:spLocks noGrp="1"/>
          </p:cNvSpPr>
          <p:nvPr/>
        </p:nvSpPr>
        <p:spPr>
          <a:xfrm>
            <a:off x="7736107" y="2846145"/>
            <a:ext cx="1165711" cy="1165711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Mobile Feature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C4AC9240-E7FD-4880-AE9C-B504FA8F6A9A}"/>
              </a:ext>
            </a:extLst>
          </p:cNvPr>
          <p:cNvSpPr>
            <a:spLocks noGrp="1"/>
          </p:cNvSpPr>
          <p:nvPr/>
        </p:nvSpPr>
        <p:spPr>
          <a:xfrm>
            <a:off x="-8521" y="-4517"/>
            <a:ext cx="7739567" cy="6858000"/>
          </a:xfrm>
          <a:prstGeom prst="rect">
            <a:avLst/>
          </a:prstGeom>
          <a:solidFill>
            <a:srgbClr val="F6F6F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04.  Autonomous Tasks">
            <a:extLst>
              <a:ext uri="{FF2B5EF4-FFF2-40B4-BE49-F238E27FC236}">
                <a16:creationId xmlns:a16="http://schemas.microsoft.com/office/drawing/2014/main" id="{5FC60F48-54D4-49B9-9770-7010E319EFC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123364" y="1437807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4" name="Delegate complex, multi-step tasks to your OS, f…">
            <a:extLst>
              <a:ext uri="{FF2B5EF4-FFF2-40B4-BE49-F238E27FC236}">
                <a16:creationId xmlns:a16="http://schemas.microsoft.com/office/drawing/2014/main" id="{06425D86-3407-4A3B-AA0B-B91DFD851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3364" y="176114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5" name="05.  Live Translation">
            <a:extLst>
              <a:ext uri="{FF2B5EF4-FFF2-40B4-BE49-F238E27FC236}">
                <a16:creationId xmlns:a16="http://schemas.microsoft.com/office/drawing/2014/main" id="{36AFB466-1C97-4C0C-9CB4-DF324D034B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123364" y="2927009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6" name="Speak, write, and collaborate across languages w…">
            <a:extLst>
              <a:ext uri="{FF2B5EF4-FFF2-40B4-BE49-F238E27FC236}">
                <a16:creationId xmlns:a16="http://schemas.microsoft.com/office/drawing/2014/main" id="{EE93A14A-6654-4035-8695-D5FF08696DD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123364" y="324704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7" name="06.  Generative Interface">
            <a:extLst>
              <a:ext uri="{FF2B5EF4-FFF2-40B4-BE49-F238E27FC236}">
                <a16:creationId xmlns:a16="http://schemas.microsoft.com/office/drawing/2014/main" id="{F1D9CDEB-A253-474E-B1ED-EB020D42CE8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123364" y="4412909"/>
            <a:ext cx="366682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8" name="Watch apps and controls reshape themselves aroun…">
            <a:extLst>
              <a:ext uri="{FF2B5EF4-FFF2-40B4-BE49-F238E27FC236}">
                <a16:creationId xmlns:a16="http://schemas.microsoft.com/office/drawing/2014/main" id="{2894D15D-3324-457C-9A49-51925FD29F3C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123364" y="473294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9" name="">
            <a:extLst>
              <a:ext uri="{FF2B5EF4-FFF2-40B4-BE49-F238E27FC236}">
                <a16:creationId xmlns:a16="http://schemas.microsoft.com/office/drawing/2014/main" id="{7C7DD760-3B2F-4914-B5EE-22274223F391}"/>
              </a:ext>
            </a:extLst>
          </p:cNvPr>
          <p:cNvPicPr>
            <a:picLocks noChangeAspect="1"/>
          </p:cNvPicPr>
          <p:nvPr/>
        </p:nvPicPr>
        <p:blipFill>
          <a:blip r:embed="Rbef1c9802c4f4c28"/>
          <a:stretch/>
        </p:blipFill>
        <p:spPr>
          <a:xfrm>
            <a:off x="993214" y="538643"/>
            <a:ext cx="5743071" cy="5743071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a16:creationId xmlns:a16="http://schemas.microsoft.com/office/drawing/2014/main" id="{72D459A3-578F-4D2C-B59D-FA89179A31A0}"/>
              </a:ext>
            </a:extLst>
          </p:cNvPr>
          <p:cNvSpPr>
            <a:spLocks noGrp="1"/>
          </p:cNvSpPr>
          <p:nvPr/>
        </p:nvSpPr>
        <p:spPr>
          <a:xfrm>
            <a:off x="3278407" y="2846144"/>
            <a:ext cx="1165711" cy="1165711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Launc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unching July 2027">
            <a:extLst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190841" y="811509"/>
            <a:ext cx="781371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54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00000"/>
              </a:lnSpc>
            </a:pPr>
            <a:r>
              <a:rPr sz="54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  <p:sp>
        <p:nvSpPr>
          <p:cNvPr id="3" name="Plus, Pro, and Max users only">
            <a:extLst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9143" y="5087520"/>
            <a:ext cx="7813714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0C4817E4-5BD9-40BB-A011-18C3598B78EB}"/>
              </a:ext>
            </a:extLst>
          </p:cNvPr>
          <p:cNvPicPr>
            <a:picLocks noChangeAspect="1"/>
          </p:cNvPicPr>
          <p:nvPr/>
        </p:nvPicPr>
        <p:blipFill>
          <a:blip r:embed="Rf1e3150b41ae4e13"/>
          <a:stretch/>
        </p:blipFill>
        <p:spPr>
          <a:xfrm>
            <a:off x="2189143" y="1847584"/>
            <a:ext cx="7813714" cy="316283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templateMaster.xml.rels><?xml version='1.0' encoding='UTF-8' standalone='yes'?>
<Relationships xmlns="http://schemas.openxmlformats.org/package/2006/relationships"><Relationship Type="http://schemas.openxmlformats.org/officeDocument/2006/relationships/image" Target="../media/image.png" Id="R7fe272107619497f"/><Relationship Id="rTemplateTheme" Type="http://schemas.openxmlformats.org/officeDocument/2006/relationships/theme" Target="../theme/templateTheme.xml"/><Relationship Id="rTemplateLayout1" Type="http://schemas.openxmlformats.org/officeDocument/2006/relationships/slideLayout" Target="../slideLayouts/templateLayout1.xml"/><Relationship Id="rTemplateLayout2" Type="http://schemas.openxmlformats.org/officeDocument/2006/relationships/slideLayout" Target="../slideLayouts/templateLayout2.xml"/><Relationship Id="rTemplateLayout3" Type="http://schemas.openxmlformats.org/officeDocument/2006/relationships/slideLayout" Target="../slideLayouts/templateLayout3.xml"/><Relationship Id="rTemplateLayout4" Type="http://schemas.openxmlformats.org/officeDocument/2006/relationships/slideLayout" Target="../slideLayouts/templateLayout4.xml"/><Relationship Id="rTemplateLayout5" Type="http://schemas.openxmlformats.org/officeDocument/2006/relationships/slideLayout" Target="../slideLayouts/templateLayout5.xml"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Next Generation O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190841" y="811509"/>
            <a:ext cx="781371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ctr"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lnSpc>
                <a:spcPct val="100000"/>
              </a:lnSpc>
              <a:defRPr sz="5400" b="1" i="0" u="none" baseline="0">
                <a:solidFill>
                  <a:srgbClr val="111827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ctr">
              <a:lnSpc>
                <a:spcPct val="100000"/>
              </a:lnSpc>
            </a:pPr>
            <a:r>
              <a:rPr sz="5400" b="1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06425D86-3407-4A3B-AA0B-B91DFD851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3364" y="1761149"/>
            <a:ext cx="366373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1500" b="1" i="0" u="none" baseline="0">
                <a:solidFill>
                  <a:srgbClr val="B5B5B5">
                    <a:alpha val="100000"/>
                  </a:srgbClr>
                </a:solidFill>
                <a:latin typeface="Helvetica Neue"/>
                <a:ea typeface="Helvetica Neue"/>
                <a:cs typeface="Helvetica Neue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</p:sldLayoutIdLst>
  <p:hf hdr="0" ftr="0" dt="0" sldNum="0"/>
  <p:txStyles>
    <p:titleStyle>
      <a:lvl1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5400" b="1" i="0" u="none" baseline="0">
          <a:solidFill>
            <a:srgbClr val="111827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9pPr>
    </p:titleStyle>
    <p:bodyStyle>
      <a:lvl1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9pPr>
    </p:bodyStyle>
    <p:otherStyle>
      <a:lvl1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1500" b="1" i="0" u="none" baseline="0">
          <a:solidFill>
            <a:srgbClr val="B5B5B5">
              <a:alpha val="100000"/>
            </a:srgbClr>
          </a:solidFill>
          <a:latin typeface="Helvetica Neue"/>
          <a:ea typeface="Helvetica Neue"/>
          <a:cs typeface="Helvetica Neue"/>
          <a:highlight>
            <a:srgbClr val="000000">
              <a:alpha val="0"/>
            </a:srgbClr>
          </a:highlight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image" Target="../media/image.png" Id="R7fe272107619497f"/><Relationship Type="http://schemas.openxmlformats.org/officeDocument/2006/relationships/notesSlide" Target="../notesSlides/notesSlide1.xml" Id="R3805c206ea7444ab"/><Relationship Id="rTemplateLayout" Type="http://schemas.openxmlformats.org/officeDocument/2006/relationships/slideLayout" Target="../slideLayouts/templateLayout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image" Target="../media/image2.png" Id="Re76b912caae44bab"/><Relationship Type="http://schemas.openxmlformats.org/officeDocument/2006/relationships/image" Target="../media/image3.png" Id="R8cd2cb7305c04e90"/><Relationship Type="http://schemas.openxmlformats.org/officeDocument/2006/relationships/image" Target="../media/image4.png" Id="R0cdb0ce637ce4c6f"/><Relationship Type="http://schemas.openxmlformats.org/officeDocument/2006/relationships/notesSlide" Target="../notesSlides/notesSlide2.xml" Id="R1320db4987944cda"/><Relationship Id="rTemplateLayout" Type="http://schemas.openxmlformats.org/officeDocument/2006/relationships/slideLayout" Target="../slideLayouts/templateLayout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image" Target="../media/image.png" Id="Rc0fd2ebb166943de"/><Relationship Type="http://schemas.openxmlformats.org/officeDocument/2006/relationships/notesSlide" Target="../notesSlides/notesSlide3.xml" Id="Rcb56939d9cc24c83"/><Relationship Id="rTemplateLayout" Type="http://schemas.openxmlformats.org/officeDocument/2006/relationships/slideLayout" Target="../slideLayouts/templateLayout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image" Target="../media/image5.png" Id="Rbef1c9802c4f4c28"/><Relationship Type="http://schemas.openxmlformats.org/officeDocument/2006/relationships/notesSlide" Target="../notesSlides/notesSlide4.xml" Id="R9a64766bd36041ba"/><Relationship Id="rTemplateLayout" Type="http://schemas.openxmlformats.org/officeDocument/2006/relationships/slideLayout" Target="../slideLayouts/templateLayout4.xml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../media/image6-optimized.jpg" Id="Rf1e3150b41ae4e13" /><Relationship Type="http://schemas.openxmlformats.org/officeDocument/2006/relationships/notesSlide" Target="../notesSlides/notesSlide5.xml" Id="R37820838c19b465d" /><Relationship Id="rTemplateLayout" Type="http://schemas.openxmlformats.org/officeDocument/2006/relationships/slideLayout" Target="../slideLayouts/templateLayout5.xml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Introducing our next generation OS">
            <a:extLst xmlns:a="http://schemas.openxmlformats.org/drawingml/2006/main"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9477" y="401996"/>
            <a:ext cx="796979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3600" b="1" i="0" u="none" baseline="0">
                <a:highlight>
                  <a:srgbClr val="000000">
                    <a:alpha val="0"/>
                  </a:srgbClr>
                </a:highlight>
              </a:rPr>
              <a:t>Introducing our next generation OS</a:t>
            </a:r>
          </a:p>
        </p:txBody>
      </p:sp>
      <p:sp>
        <p:nvSpPr>
          <p:cNvPr id="3" name="More intuitive. More powerful. More you.">
            <a:extLst xmlns:a="http://schemas.openxmlformats.org/drawingml/2006/main"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9477" y="1036921"/>
            <a:ext cx="796979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24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More intuitive. More powerful. More you.</a:t>
            </a:r>
          </a:p>
        </p:txBody>
      </p:sp>
    </p:spTree>
    <p:extLst>
      <p:ext uri="{BB962C8B-B14F-4D97-AF65-F5344CB8AC3E}">
        <p14:creationId xmlns:p14="http://schemas.microsoft.com/office/powerpoint/2010/main" val="1592826156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Your most powerful workspace">
            <a:extLst xmlns:a="http://schemas.openxmlformats.org/drawingml/2006/main">
              <a:ext uri="{FF2B5EF4-FFF2-40B4-BE49-F238E27FC236}">
                <a16:creationId xmlns:a16="http://schemas.microsoft.com/office/drawing/2014/main" id="{EC37CEDB-9183-4B1D-B030-ED719A444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8752" y="5008946"/>
            <a:ext cx="357946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Your most powerful workspace</a:t>
            </a:r>
          </a:p>
        </p:txBody>
      </p:sp>
      <p:sp>
        <p:nvSpPr>
          <p:cNvPr id="4" name="An intelligent desktop experience that helps you…">
            <a:extLst xmlns:a="http://schemas.openxmlformats.org/drawingml/2006/main">
              <a:ext uri="{FF2B5EF4-FFF2-40B4-BE49-F238E27FC236}">
                <a16:creationId xmlns:a16="http://schemas.microsoft.com/office/drawing/2014/main" id="{D8FCC630-153D-4D32-873D-61A9E3AF1E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8752" y="5314270"/>
            <a:ext cx="3579464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An intelligent desktop experience that helps you create, focus, and get more done.</a:t>
            </a:r>
          </a:p>
        </p:txBody>
      </p:sp>
      <p:sp>
        <p:nvSpPr>
          <p:cNvPr id="5" name="Intelligence in your pocket">
            <a:extLst xmlns:a="http://schemas.openxmlformats.org/drawingml/2006/main">
              <a:ext uri="{FF2B5EF4-FFF2-40B4-BE49-F238E27FC236}">
                <a16:creationId xmlns:a16="http://schemas.microsoft.com/office/drawing/2014/main" id="{339CF232-B453-4A80-8313-040F57743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303666" y="5008946"/>
            <a:ext cx="357946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Intelligence in your pocket</a:t>
            </a:r>
          </a:p>
        </p:txBody>
      </p:sp>
      <p:sp>
        <p:nvSpPr>
          <p:cNvPr id="6" name="A more personal mobile experience that anticipat…">
            <a:extLst xmlns:a="http://schemas.openxmlformats.org/drawingml/2006/main">
              <a:ext uri="{FF2B5EF4-FFF2-40B4-BE49-F238E27FC236}">
                <a16:creationId xmlns:a16="http://schemas.microsoft.com/office/drawing/2014/main" id="{5D221B3D-CA47-4B12-85E7-8830AFBB3FA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303666" y="5314270"/>
            <a:ext cx="3579464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A more personal mobile experience that anticipates your needs and moves with you.</a:t>
            </a:r>
          </a:p>
        </p:txBody>
      </p:sp>
      <p:sp>
        <p:nvSpPr>
          <p:cNvPr id="7" name="A canvas without limits">
            <a:extLst xmlns:a="http://schemas.openxmlformats.org/drawingml/2006/main">
              <a:ext uri="{FF2B5EF4-FFF2-40B4-BE49-F238E27FC236}">
                <a16:creationId xmlns:a16="http://schemas.microsoft.com/office/drawing/2014/main" id="{409EC98C-00CB-474E-81F2-FA50B4BA8EB3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158580" y="5008946"/>
            <a:ext cx="357946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A canvas without limits</a:t>
            </a:r>
          </a:p>
        </p:txBody>
      </p:sp>
      <p:sp>
        <p:nvSpPr>
          <p:cNvPr id="8" name="An intuitive tablet experience that transforms i…">
            <a:extLst xmlns:a="http://schemas.openxmlformats.org/drawingml/2006/main">
              <a:ext uri="{FF2B5EF4-FFF2-40B4-BE49-F238E27FC236}">
                <a16:creationId xmlns:a16="http://schemas.microsoft.com/office/drawing/2014/main" id="{A7CA333B-D63D-44C7-BB22-F71E9414DC4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158580" y="5314270"/>
            <a:ext cx="3579464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An intuitive tablet experience that transforms inspiration into possibility, wherever you are.</a:t>
            </a:r>
          </a:p>
        </p:txBody>
      </p:sp>
      <p:sp>
        <p:nvSpPr>
          <p:cNvPr id="14" name="Intelligence for every screen">
            <a:extLst xmlns:a="http://schemas.openxmlformats.org/drawingml/2006/main"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0697" y="299962"/>
            <a:ext cx="1128929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2700" b="1" i="0" u="none" baseline="0">
                <a:highlight>
                  <a:srgbClr val="000000">
                    <a:alpha val="0"/>
                  </a:srgbClr>
                </a:highlight>
              </a:rPr>
              <a:t>Intelligence for every screen</a:t>
            </a:r>
          </a:p>
        </p:txBody>
      </p:sp>
      <p:sp>
        <p:nvSpPr>
          <p:cNvPr id="15" name="A new era of personal computing, designed around…">
            <a:extLst xmlns:a="http://schemas.openxmlformats.org/drawingml/2006/main"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48095" y="742211"/>
            <a:ext cx="1128929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7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2700" b="1" i="0" u="none" baseline="0">
                <a:highlight>
                  <a:srgbClr val="000000">
                    <a:alpha val="0"/>
                  </a:srgbClr>
                </a:highlight>
              </a:rPr>
              <a:t>A new era of personal computing, designed around you.</a:t>
            </a:r>
          </a:p>
        </p:txBody>
      </p:sp>
    </p:spTree>
    <p:extLst>
      <p:ext uri="{BB962C8B-B14F-4D97-AF65-F5344CB8AC3E}">
        <p14:creationId xmlns:p14="http://schemas.microsoft.com/office/powerpoint/2010/main" val="1592826156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02.  Universal Memory">
            <a:extLst xmlns:a="http://schemas.openxmlformats.org/drawingml/2006/main">
              <a:ext uri="{FF2B5EF4-FFF2-40B4-BE49-F238E27FC236}">
                <a16:creationId xmlns:a16="http://schemas.microsoft.com/office/drawing/2014/main" id="{5FC60F48-54D4-49B9-9770-7010E319E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0014" y="2905754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02. 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Universal Memory</a:t>
            </a:r>
          </a:p>
        </p:txBody>
      </p:sp>
      <p:sp>
        <p:nvSpPr>
          <p:cNvPr id="4" name="Instantly recall conversations, files, and ideas…">
            <a:extLst xmlns:a="http://schemas.openxmlformats.org/drawingml/2006/main">
              <a:ext uri="{FF2B5EF4-FFF2-40B4-BE49-F238E27FC236}">
                <a16:creationId xmlns:a16="http://schemas.microsoft.com/office/drawing/2014/main" id="{06425D86-3407-4A3B-AA0B-B91DFD851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0014" y="322799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Instantly recall conversations, files, and ideas across every app and device.</a:t>
            </a:r>
          </a:p>
        </p:txBody>
      </p:sp>
      <p:sp>
        <p:nvSpPr>
          <p:cNvPr id="5" name="03.  Predictive Actions">
            <a:extLst xmlns:a="http://schemas.openxmlformats.org/drawingml/2006/main">
              <a:ext uri="{FF2B5EF4-FFF2-40B4-BE49-F238E27FC236}">
                <a16:creationId xmlns:a16="http://schemas.microsoft.com/office/drawing/2014/main" id="{36AFB466-1C97-4C0C-9CB4-DF324D034B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0014" y="4393859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03. 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Predictive Actions</a:t>
            </a:r>
          </a:p>
        </p:txBody>
      </p:sp>
      <p:sp>
        <p:nvSpPr>
          <p:cNvPr id="6" name="Your OS anticipates your next move, preparing to…">
            <a:extLst xmlns:a="http://schemas.openxmlformats.org/drawingml/2006/main">
              <a:ext uri="{FF2B5EF4-FFF2-40B4-BE49-F238E27FC236}">
                <a16:creationId xmlns:a16="http://schemas.microsoft.com/office/drawing/2014/main" id="{EE93A14A-6654-4035-8695-D5FF08696DD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70014" y="471389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Your OS anticipates your next move, preparing tools and completing tasks before you ask.</a:t>
            </a:r>
          </a:p>
        </p:txBody>
      </p:sp>
      <p:sp>
        <p:nvSpPr>
          <p:cNvPr id="8" name="01. Adaptive Workspace">
            <a:extLst xmlns:a="http://schemas.openxmlformats.org/drawingml/2006/main"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70014" y="1422059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01. Adaptive Workspace</a:t>
            </a:r>
          </a:p>
        </p:txBody>
      </p:sp>
      <p:sp>
        <p:nvSpPr>
          <p:cNvPr id="9" name="Your workspace intelligently reorganizes around …">
            <a:extLst xmlns:a="http://schemas.openxmlformats.org/drawingml/2006/main"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70014" y="174209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Your workspace intelligently reorganizes around your tasks, priorities, and daily routines.</a:t>
            </a:r>
          </a:p>
        </p:txBody>
      </p:sp>
    </p:spTree>
    <p:extLst>
      <p:ext uri="{BB962C8B-B14F-4D97-AF65-F5344CB8AC3E}">
        <p14:creationId xmlns:p14="http://schemas.microsoft.com/office/powerpoint/2010/main" val="1592826156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04.  Autonomous Tasks">
            <a:extLst xmlns:a="http://schemas.openxmlformats.org/drawingml/2006/main">
              <a:ext uri="{FF2B5EF4-FFF2-40B4-BE49-F238E27FC236}">
                <a16:creationId xmlns:a16="http://schemas.microsoft.com/office/drawing/2014/main" id="{5FC60F48-54D4-49B9-9770-7010E319E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3364" y="1437807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04. 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Autonomous Tasks</a:t>
            </a:r>
          </a:p>
        </p:txBody>
      </p:sp>
      <p:sp>
        <p:nvSpPr>
          <p:cNvPr id="4" name="Delegate complex, multi-step tasks to your OS, f…">
            <a:extLst xmlns:a="http://schemas.openxmlformats.org/drawingml/2006/main">
              <a:ext uri="{FF2B5EF4-FFF2-40B4-BE49-F238E27FC236}">
                <a16:creationId xmlns:a16="http://schemas.microsoft.com/office/drawing/2014/main" id="{06425D86-3407-4A3B-AA0B-B91DFD851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3364" y="176114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Delegate complex, multi-step tasks to your OS, from organizing projects to coordinating your schedule.</a:t>
            </a:r>
          </a:p>
        </p:txBody>
      </p:sp>
      <p:sp>
        <p:nvSpPr>
          <p:cNvPr id="5" name="05.  Live Translation">
            <a:extLst xmlns:a="http://schemas.openxmlformats.org/drawingml/2006/main">
              <a:ext uri="{FF2B5EF4-FFF2-40B4-BE49-F238E27FC236}">
                <a16:creationId xmlns:a16="http://schemas.microsoft.com/office/drawing/2014/main" id="{36AFB466-1C97-4C0C-9CB4-DF324D034B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123364" y="2927009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05. 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Live Translation</a:t>
            </a:r>
          </a:p>
        </p:txBody>
      </p:sp>
      <p:sp>
        <p:nvSpPr>
          <p:cNvPr id="6" name="Speak, write, and collaborate across languages w…">
            <a:extLst xmlns:a="http://schemas.openxmlformats.org/drawingml/2006/main">
              <a:ext uri="{FF2B5EF4-FFF2-40B4-BE49-F238E27FC236}">
                <a16:creationId xmlns:a16="http://schemas.microsoft.com/office/drawing/2014/main" id="{EE93A14A-6654-4035-8695-D5FF08696DD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123364" y="324704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Speak, write, and collaborate across languages with instant, context-aware translation.</a:t>
            </a:r>
          </a:p>
        </p:txBody>
      </p:sp>
      <p:sp>
        <p:nvSpPr>
          <p:cNvPr id="7" name="06.  Generative Interface">
            <a:extLst xmlns:a="http://schemas.openxmlformats.org/drawingml/2006/main">
              <a:ext uri="{FF2B5EF4-FFF2-40B4-BE49-F238E27FC236}">
                <a16:creationId xmlns:a16="http://schemas.microsoft.com/office/drawing/2014/main" id="{F1D9CDEB-A253-474E-B1ED-EB020D42CE8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123364" y="4412909"/>
            <a:ext cx="3666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06. </a:t>
            </a: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Generative Interface</a:t>
            </a:r>
          </a:p>
        </p:txBody>
      </p:sp>
      <p:sp>
        <p:nvSpPr>
          <p:cNvPr id="8" name="Watch apps and controls reshape themselves aroun…">
            <a:extLst xmlns:a="http://schemas.openxmlformats.org/drawingml/2006/main">
              <a:ext uri="{FF2B5EF4-FFF2-40B4-BE49-F238E27FC236}">
                <a16:creationId xmlns:a16="http://schemas.microsoft.com/office/drawing/2014/main" id="{2894D15D-3324-457C-9A49-51925FD29F3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123364" y="4732949"/>
            <a:ext cx="36637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Watch apps and controls reshape themselves around your intent, preferences, and workflow.</a:t>
            </a:r>
          </a:p>
        </p:txBody>
      </p:sp>
    </p:spTree>
    <p:extLst>
      <p:ext uri="{BB962C8B-B14F-4D97-AF65-F5344CB8AC3E}">
        <p14:creationId xmlns:p14="http://schemas.microsoft.com/office/powerpoint/2010/main" val="1592826156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unching July 2027">
            <a:extLst xmlns:a="http://schemas.openxmlformats.org/drawingml/2006/main">
              <a:ext uri="{FF2B5EF4-FFF2-40B4-BE49-F238E27FC236}">
                <a16:creationId xmlns:a16="http://schemas.microsoft.com/office/drawing/2014/main" id="{D1E2D23D-BFF6-46A7-A02C-2DCC20FD2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841" y="811509"/>
            <a:ext cx="781371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5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5400" b="1" i="0" u="none" baseline="0">
                <a:highlight>
                  <a:srgbClr val="000000">
                    <a:alpha val="0"/>
                  </a:srgbClr>
                </a:highlight>
              </a:rPr>
              <a:t>Launching July 2027</a:t>
            </a:r>
          </a:p>
        </p:txBody>
      </p:sp>
      <p:sp>
        <p:nvSpPr>
          <p:cNvPr id="3" name="Plus, Pro, and Max users only">
            <a:extLst xmlns:a="http://schemas.openxmlformats.org/drawingml/2006/main">
              <a:ext uri="{FF2B5EF4-FFF2-40B4-BE49-F238E27FC236}">
                <a16:creationId xmlns:a16="http://schemas.microsoft.com/office/drawing/2014/main" id="{FCC16BB5-A425-4020-843A-21CD95206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89143" y="5087520"/>
            <a:ext cx="781371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ctr">
              <a:defRPr sz="1500" b="1">
                <a:solidFill>
                  <a:srgbClr val="B5B5B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1500" b="1" i="0" u="none" baseline="0">
                <a:highlight>
                  <a:srgbClr val="000000">
                    <a:alpha val="0"/>
                  </a:srgbClr>
                </a:highlight>
              </a:rPr>
              <a:t>Plus, Pro, and Max users only</a:t>
            </a:r>
          </a:p>
        </p:txBody>
      </p:sp>
    </p:spTree>
    <p:extLst>
      <p:ext uri="{BB962C8B-B14F-4D97-AF65-F5344CB8AC3E}">
        <p14:creationId xmlns:p14="http://schemas.microsoft.com/office/powerpoint/2010/main" val="1592826156"/>
      </p:ext>
    </p:extLst>
  </p:cSld>
</p:sld>
</file>

<file path=ppt/theme/templateTheme.xml><?xml version="1.0" encoding="utf-8"?>
<a:theme xmlns:a="http://schemas.openxmlformats.org/drawingml/2006/main" name="Next Generation OS">
  <a:themeElements>
    <a:clrScheme name="Next Generation OS">
      <a:dk1>
        <a:srgbClr val="000000"/>
      </a:dk1>
      <a:lt1>
        <a:srgbClr val="FFFFFF"/>
      </a:lt1>
      <a:dk2>
        <a:srgbClr val="111827"/>
      </a:dk2>
      <a:lt2>
        <a:srgbClr val="F6F6F6"/>
      </a:lt2>
      <a:accent1>
        <a:srgbClr val="F6F6F6"/>
      </a:accent1>
      <a:accent2>
        <a:srgbClr val="111827"/>
      </a:accent2>
      <a:accent3>
        <a:srgbClr val="B5B5B5"/>
      </a:accent3>
      <a:accent4>
        <a:srgbClr val="FFFFFF"/>
      </a:accent4>
      <a:accent5>
        <a:srgbClr val="000000"/>
      </a:accent5>
      <a:accent6>
        <a:srgbClr val="B5B5B5"/>
      </a:accent6>
      <a:hlink>
        <a:srgbClr val="111827"/>
      </a:hlink>
      <a:folHlink>
        <a:srgbClr val="111827"/>
      </a:folHlink>
    </a:clrScheme>
    <a:fontScheme name="Next Generation O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